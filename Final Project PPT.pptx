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3"/>
  </p:normalViewPr>
  <p:slideViewPr>
    <p:cSldViewPr snapToGrid="0" snapToObjects="1">
      <p:cViewPr varScale="1">
        <p:scale>
          <a:sx n="115" d="100"/>
          <a:sy n="115" d="100"/>
        </p:scale>
        <p:origin x="1752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5D68C3-462A-4892-AA90-07A086867BC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812C934-58CD-4C2C-9834-FB859176D446}">
      <dgm:prSet/>
      <dgm:spPr/>
      <dgm:t>
        <a:bodyPr/>
        <a:lstStyle/>
        <a:p>
          <a:r>
            <a:rPr lang="en-US"/>
            <a:t>• Major breach disclosed July 2024</a:t>
          </a:r>
        </a:p>
      </dgm:t>
    </dgm:pt>
    <dgm:pt modelId="{198805AA-C773-427A-8844-C4538D1DD65A}" type="parTrans" cxnId="{6017ED12-8867-44D3-BA82-D7F77F00491A}">
      <dgm:prSet/>
      <dgm:spPr/>
      <dgm:t>
        <a:bodyPr/>
        <a:lstStyle/>
        <a:p>
          <a:endParaRPr lang="en-US"/>
        </a:p>
      </dgm:t>
    </dgm:pt>
    <dgm:pt modelId="{324AB05A-94DE-4F0F-A8A4-78B464940B2D}" type="sibTrans" cxnId="{6017ED12-8867-44D3-BA82-D7F77F00491A}">
      <dgm:prSet/>
      <dgm:spPr/>
      <dgm:t>
        <a:bodyPr/>
        <a:lstStyle/>
        <a:p>
          <a:endParaRPr lang="en-US"/>
        </a:p>
      </dgm:t>
    </dgm:pt>
    <dgm:pt modelId="{C8617DC2-C6BA-46F2-B1B2-90565305ADC2}">
      <dgm:prSet/>
      <dgm:spPr/>
      <dgm:t>
        <a:bodyPr/>
        <a:lstStyle/>
        <a:p>
          <a:r>
            <a:rPr lang="en-US"/>
            <a:t>• Root cause: Unsecured, unauthenticated API endpoint</a:t>
          </a:r>
        </a:p>
      </dgm:t>
    </dgm:pt>
    <dgm:pt modelId="{B52B1292-ECE8-48E2-90F1-C0095EAB228D}" type="parTrans" cxnId="{15CBC985-11EE-4965-A89A-94D49486DB04}">
      <dgm:prSet/>
      <dgm:spPr/>
      <dgm:t>
        <a:bodyPr/>
        <a:lstStyle/>
        <a:p>
          <a:endParaRPr lang="en-US"/>
        </a:p>
      </dgm:t>
    </dgm:pt>
    <dgm:pt modelId="{A9155858-20CB-47EC-81FE-64944A7F4FC6}" type="sibTrans" cxnId="{15CBC985-11EE-4965-A89A-94D49486DB04}">
      <dgm:prSet/>
      <dgm:spPr/>
      <dgm:t>
        <a:bodyPr/>
        <a:lstStyle/>
        <a:p>
          <a:endParaRPr lang="en-US"/>
        </a:p>
      </dgm:t>
    </dgm:pt>
    <dgm:pt modelId="{1BD0E724-0570-4502-9648-A7E3484EF1BB}">
      <dgm:prSet/>
      <dgm:spPr/>
      <dgm:t>
        <a:bodyPr/>
        <a:lstStyle/>
        <a:p>
          <a:r>
            <a:rPr lang="en-US"/>
            <a:t>• 33M+ phone numbers &amp; metadata exposed</a:t>
          </a:r>
        </a:p>
      </dgm:t>
    </dgm:pt>
    <dgm:pt modelId="{62723F51-030C-42A4-BDEA-789A78BF4E9E}" type="parTrans" cxnId="{B8C0ADFA-1EA1-480F-81B3-14A4B34A11DA}">
      <dgm:prSet/>
      <dgm:spPr/>
      <dgm:t>
        <a:bodyPr/>
        <a:lstStyle/>
        <a:p>
          <a:endParaRPr lang="en-US"/>
        </a:p>
      </dgm:t>
    </dgm:pt>
    <dgm:pt modelId="{3209D429-F4D4-4074-9E1C-C43B9661E2CA}" type="sibTrans" cxnId="{B8C0ADFA-1EA1-480F-81B3-14A4B34A11DA}">
      <dgm:prSet/>
      <dgm:spPr/>
      <dgm:t>
        <a:bodyPr/>
        <a:lstStyle/>
        <a:p>
          <a:endParaRPr lang="en-US"/>
        </a:p>
      </dgm:t>
    </dgm:pt>
    <dgm:pt modelId="{BE777917-9F07-425D-890B-34A627DF7697}">
      <dgm:prSet/>
      <dgm:spPr/>
      <dgm:t>
        <a:bodyPr/>
        <a:lstStyle/>
        <a:p>
          <a:r>
            <a:rPr lang="en-US"/>
            <a:t>• High business impact despite medium CVSS severity</a:t>
          </a:r>
        </a:p>
      </dgm:t>
    </dgm:pt>
    <dgm:pt modelId="{1E6CAA95-DDF8-49E1-ABA9-D9C4AE657455}" type="parTrans" cxnId="{AEF3AEB9-FEE0-40D6-8FF8-40FCE0D48D3F}">
      <dgm:prSet/>
      <dgm:spPr/>
      <dgm:t>
        <a:bodyPr/>
        <a:lstStyle/>
        <a:p>
          <a:endParaRPr lang="en-US"/>
        </a:p>
      </dgm:t>
    </dgm:pt>
    <dgm:pt modelId="{E201B154-67F5-45A1-8ACC-8FCE9DD19625}" type="sibTrans" cxnId="{AEF3AEB9-FEE0-40D6-8FF8-40FCE0D48D3F}">
      <dgm:prSet/>
      <dgm:spPr/>
      <dgm:t>
        <a:bodyPr/>
        <a:lstStyle/>
        <a:p>
          <a:endParaRPr lang="en-US"/>
        </a:p>
      </dgm:t>
    </dgm:pt>
    <dgm:pt modelId="{01E79098-4E3E-497A-9732-5E963E2394AD}" type="pres">
      <dgm:prSet presAssocID="{165D68C3-462A-4892-AA90-07A086867BCB}" presName="root" presStyleCnt="0">
        <dgm:presLayoutVars>
          <dgm:dir/>
          <dgm:resizeHandles val="exact"/>
        </dgm:presLayoutVars>
      </dgm:prSet>
      <dgm:spPr/>
    </dgm:pt>
    <dgm:pt modelId="{ED6E6C37-55A2-450A-BA75-AE58E457774B}" type="pres">
      <dgm:prSet presAssocID="{B812C934-58CD-4C2C-9834-FB859176D446}" presName="compNode" presStyleCnt="0"/>
      <dgm:spPr/>
    </dgm:pt>
    <dgm:pt modelId="{78656429-BB79-4120-AB9A-5E85DC61B957}" type="pres">
      <dgm:prSet presAssocID="{B812C934-58CD-4C2C-9834-FB859176D446}" presName="bgRect" presStyleLbl="bgShp" presStyleIdx="0" presStyleCnt="4"/>
      <dgm:spPr/>
    </dgm:pt>
    <dgm:pt modelId="{8323BF08-9C07-4752-B735-C0ACE7E0EBE7}" type="pres">
      <dgm:prSet presAssocID="{B812C934-58CD-4C2C-9834-FB859176D44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D479B93-9A8C-4BC6-BBB3-C6348CE32AEE}" type="pres">
      <dgm:prSet presAssocID="{B812C934-58CD-4C2C-9834-FB859176D446}" presName="spaceRect" presStyleCnt="0"/>
      <dgm:spPr/>
    </dgm:pt>
    <dgm:pt modelId="{80F7E6C9-E131-4B15-88DC-F22A82D09F40}" type="pres">
      <dgm:prSet presAssocID="{B812C934-58CD-4C2C-9834-FB859176D446}" presName="parTx" presStyleLbl="revTx" presStyleIdx="0" presStyleCnt="4">
        <dgm:presLayoutVars>
          <dgm:chMax val="0"/>
          <dgm:chPref val="0"/>
        </dgm:presLayoutVars>
      </dgm:prSet>
      <dgm:spPr/>
    </dgm:pt>
    <dgm:pt modelId="{ED0ED9AA-88D5-4F95-BF1A-5EEB150AEBED}" type="pres">
      <dgm:prSet presAssocID="{324AB05A-94DE-4F0F-A8A4-78B464940B2D}" presName="sibTrans" presStyleCnt="0"/>
      <dgm:spPr/>
    </dgm:pt>
    <dgm:pt modelId="{5CB518A4-7789-4801-B434-8143578404FB}" type="pres">
      <dgm:prSet presAssocID="{C8617DC2-C6BA-46F2-B1B2-90565305ADC2}" presName="compNode" presStyleCnt="0"/>
      <dgm:spPr/>
    </dgm:pt>
    <dgm:pt modelId="{6B2FCC6E-2B17-4B69-8FB1-3B07CE8B6D9B}" type="pres">
      <dgm:prSet presAssocID="{C8617DC2-C6BA-46F2-B1B2-90565305ADC2}" presName="bgRect" presStyleLbl="bgShp" presStyleIdx="1" presStyleCnt="4"/>
      <dgm:spPr/>
    </dgm:pt>
    <dgm:pt modelId="{F10AD3BE-EF27-4E0F-B03C-B128C01C31EA}" type="pres">
      <dgm:prSet presAssocID="{C8617DC2-C6BA-46F2-B1B2-90565305ADC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C79DC9E-6045-41A0-9590-326509441B77}" type="pres">
      <dgm:prSet presAssocID="{C8617DC2-C6BA-46F2-B1B2-90565305ADC2}" presName="spaceRect" presStyleCnt="0"/>
      <dgm:spPr/>
    </dgm:pt>
    <dgm:pt modelId="{33CE73D9-F493-4DBB-A779-FA8CDBCD9D7F}" type="pres">
      <dgm:prSet presAssocID="{C8617DC2-C6BA-46F2-B1B2-90565305ADC2}" presName="parTx" presStyleLbl="revTx" presStyleIdx="1" presStyleCnt="4">
        <dgm:presLayoutVars>
          <dgm:chMax val="0"/>
          <dgm:chPref val="0"/>
        </dgm:presLayoutVars>
      </dgm:prSet>
      <dgm:spPr/>
    </dgm:pt>
    <dgm:pt modelId="{AF781A44-EA9E-41A2-9D54-E8B81CF8B597}" type="pres">
      <dgm:prSet presAssocID="{A9155858-20CB-47EC-81FE-64944A7F4FC6}" presName="sibTrans" presStyleCnt="0"/>
      <dgm:spPr/>
    </dgm:pt>
    <dgm:pt modelId="{1D81E5D5-CE84-4B11-A091-27AC85254F53}" type="pres">
      <dgm:prSet presAssocID="{1BD0E724-0570-4502-9648-A7E3484EF1BB}" presName="compNode" presStyleCnt="0"/>
      <dgm:spPr/>
    </dgm:pt>
    <dgm:pt modelId="{0EFE8114-BB1C-469E-B381-13BA54B23626}" type="pres">
      <dgm:prSet presAssocID="{1BD0E724-0570-4502-9648-A7E3484EF1BB}" presName="bgRect" presStyleLbl="bgShp" presStyleIdx="2" presStyleCnt="4"/>
      <dgm:spPr/>
    </dgm:pt>
    <dgm:pt modelId="{1DAD7506-1B98-418A-B400-77CE0A9DFE93}" type="pres">
      <dgm:prSet presAssocID="{1BD0E724-0570-4502-9648-A7E3484EF1B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eiver"/>
        </a:ext>
      </dgm:extLst>
    </dgm:pt>
    <dgm:pt modelId="{682BCF38-3B1E-453A-8866-59D1DB6A156F}" type="pres">
      <dgm:prSet presAssocID="{1BD0E724-0570-4502-9648-A7E3484EF1BB}" presName="spaceRect" presStyleCnt="0"/>
      <dgm:spPr/>
    </dgm:pt>
    <dgm:pt modelId="{B78EDFFF-629D-429A-864B-884FA52C0551}" type="pres">
      <dgm:prSet presAssocID="{1BD0E724-0570-4502-9648-A7E3484EF1BB}" presName="parTx" presStyleLbl="revTx" presStyleIdx="2" presStyleCnt="4">
        <dgm:presLayoutVars>
          <dgm:chMax val="0"/>
          <dgm:chPref val="0"/>
        </dgm:presLayoutVars>
      </dgm:prSet>
      <dgm:spPr/>
    </dgm:pt>
    <dgm:pt modelId="{7F017364-394B-4D3B-BD0D-BF292007518C}" type="pres">
      <dgm:prSet presAssocID="{3209D429-F4D4-4074-9E1C-C43B9661E2CA}" presName="sibTrans" presStyleCnt="0"/>
      <dgm:spPr/>
    </dgm:pt>
    <dgm:pt modelId="{EC0A9E02-F31C-4E7A-92AC-0489B8F2ACD3}" type="pres">
      <dgm:prSet presAssocID="{BE777917-9F07-425D-890B-34A627DF7697}" presName="compNode" presStyleCnt="0"/>
      <dgm:spPr/>
    </dgm:pt>
    <dgm:pt modelId="{39708469-321D-482B-90B4-D7B4DEF9206F}" type="pres">
      <dgm:prSet presAssocID="{BE777917-9F07-425D-890B-34A627DF7697}" presName="bgRect" presStyleLbl="bgShp" presStyleIdx="3" presStyleCnt="4"/>
      <dgm:spPr/>
    </dgm:pt>
    <dgm:pt modelId="{B963CAF2-AB76-4DE4-9CC9-54F6ED6C1204}" type="pres">
      <dgm:prSet presAssocID="{BE777917-9F07-425D-890B-34A627DF769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0B531F7-782C-4DC3-A410-B9D41FF3D859}" type="pres">
      <dgm:prSet presAssocID="{BE777917-9F07-425D-890B-34A627DF7697}" presName="spaceRect" presStyleCnt="0"/>
      <dgm:spPr/>
    </dgm:pt>
    <dgm:pt modelId="{DAF203E4-BE54-480C-B103-000B21ADCF3D}" type="pres">
      <dgm:prSet presAssocID="{BE777917-9F07-425D-890B-34A627DF769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017ED12-8867-44D3-BA82-D7F77F00491A}" srcId="{165D68C3-462A-4892-AA90-07A086867BCB}" destId="{B812C934-58CD-4C2C-9834-FB859176D446}" srcOrd="0" destOrd="0" parTransId="{198805AA-C773-427A-8844-C4538D1DD65A}" sibTransId="{324AB05A-94DE-4F0F-A8A4-78B464940B2D}"/>
    <dgm:cxn modelId="{9649113C-6994-40E8-9B27-5BEDCE215ACF}" type="presOf" srcId="{B812C934-58CD-4C2C-9834-FB859176D446}" destId="{80F7E6C9-E131-4B15-88DC-F22A82D09F40}" srcOrd="0" destOrd="0" presId="urn:microsoft.com/office/officeart/2018/2/layout/IconVerticalSolidList"/>
    <dgm:cxn modelId="{83D4163E-B670-406C-BFD1-439DF6BE220A}" type="presOf" srcId="{165D68C3-462A-4892-AA90-07A086867BCB}" destId="{01E79098-4E3E-497A-9732-5E963E2394AD}" srcOrd="0" destOrd="0" presId="urn:microsoft.com/office/officeart/2018/2/layout/IconVerticalSolidList"/>
    <dgm:cxn modelId="{15CBC985-11EE-4965-A89A-94D49486DB04}" srcId="{165D68C3-462A-4892-AA90-07A086867BCB}" destId="{C8617DC2-C6BA-46F2-B1B2-90565305ADC2}" srcOrd="1" destOrd="0" parTransId="{B52B1292-ECE8-48E2-90F1-C0095EAB228D}" sibTransId="{A9155858-20CB-47EC-81FE-64944A7F4FC6}"/>
    <dgm:cxn modelId="{AEF3AEB9-FEE0-40D6-8FF8-40FCE0D48D3F}" srcId="{165D68C3-462A-4892-AA90-07A086867BCB}" destId="{BE777917-9F07-425D-890B-34A627DF7697}" srcOrd="3" destOrd="0" parTransId="{1E6CAA95-DDF8-49E1-ABA9-D9C4AE657455}" sibTransId="{E201B154-67F5-45A1-8ACC-8FCE9DD19625}"/>
    <dgm:cxn modelId="{27217CC7-FDCF-4520-B88D-014BD98CE8E9}" type="presOf" srcId="{1BD0E724-0570-4502-9648-A7E3484EF1BB}" destId="{B78EDFFF-629D-429A-864B-884FA52C0551}" srcOrd="0" destOrd="0" presId="urn:microsoft.com/office/officeart/2018/2/layout/IconVerticalSolidList"/>
    <dgm:cxn modelId="{112792DA-3534-4231-A5BE-D163A0BAD4CD}" type="presOf" srcId="{C8617DC2-C6BA-46F2-B1B2-90565305ADC2}" destId="{33CE73D9-F493-4DBB-A779-FA8CDBCD9D7F}" srcOrd="0" destOrd="0" presId="urn:microsoft.com/office/officeart/2018/2/layout/IconVerticalSolidList"/>
    <dgm:cxn modelId="{04CE2DE0-FFC8-4A0D-AE9A-17C9C177BF9C}" type="presOf" srcId="{BE777917-9F07-425D-890B-34A627DF7697}" destId="{DAF203E4-BE54-480C-B103-000B21ADCF3D}" srcOrd="0" destOrd="0" presId="urn:microsoft.com/office/officeart/2018/2/layout/IconVerticalSolidList"/>
    <dgm:cxn modelId="{B8C0ADFA-1EA1-480F-81B3-14A4B34A11DA}" srcId="{165D68C3-462A-4892-AA90-07A086867BCB}" destId="{1BD0E724-0570-4502-9648-A7E3484EF1BB}" srcOrd="2" destOrd="0" parTransId="{62723F51-030C-42A4-BDEA-789A78BF4E9E}" sibTransId="{3209D429-F4D4-4074-9E1C-C43B9661E2CA}"/>
    <dgm:cxn modelId="{526404F3-7A07-4BA5-BB58-9BD7AB257059}" type="presParOf" srcId="{01E79098-4E3E-497A-9732-5E963E2394AD}" destId="{ED6E6C37-55A2-450A-BA75-AE58E457774B}" srcOrd="0" destOrd="0" presId="urn:microsoft.com/office/officeart/2018/2/layout/IconVerticalSolidList"/>
    <dgm:cxn modelId="{0D3DC0A7-6FC9-4531-8AA4-312396EF5382}" type="presParOf" srcId="{ED6E6C37-55A2-450A-BA75-AE58E457774B}" destId="{78656429-BB79-4120-AB9A-5E85DC61B957}" srcOrd="0" destOrd="0" presId="urn:microsoft.com/office/officeart/2018/2/layout/IconVerticalSolidList"/>
    <dgm:cxn modelId="{0736A051-79CE-4CFC-9627-C589B10F9224}" type="presParOf" srcId="{ED6E6C37-55A2-450A-BA75-AE58E457774B}" destId="{8323BF08-9C07-4752-B735-C0ACE7E0EBE7}" srcOrd="1" destOrd="0" presId="urn:microsoft.com/office/officeart/2018/2/layout/IconVerticalSolidList"/>
    <dgm:cxn modelId="{EE6C1A11-23E9-4D40-9FB3-1D0E5C508B6E}" type="presParOf" srcId="{ED6E6C37-55A2-450A-BA75-AE58E457774B}" destId="{6D479B93-9A8C-4BC6-BBB3-C6348CE32AEE}" srcOrd="2" destOrd="0" presId="urn:microsoft.com/office/officeart/2018/2/layout/IconVerticalSolidList"/>
    <dgm:cxn modelId="{8FDFDCDF-11DE-4772-9F82-39D26C490D66}" type="presParOf" srcId="{ED6E6C37-55A2-450A-BA75-AE58E457774B}" destId="{80F7E6C9-E131-4B15-88DC-F22A82D09F40}" srcOrd="3" destOrd="0" presId="urn:microsoft.com/office/officeart/2018/2/layout/IconVerticalSolidList"/>
    <dgm:cxn modelId="{62A2012B-0143-4AA0-896A-0EE7BAC5CF11}" type="presParOf" srcId="{01E79098-4E3E-497A-9732-5E963E2394AD}" destId="{ED0ED9AA-88D5-4F95-BF1A-5EEB150AEBED}" srcOrd="1" destOrd="0" presId="urn:microsoft.com/office/officeart/2018/2/layout/IconVerticalSolidList"/>
    <dgm:cxn modelId="{011CFB90-4743-4CA2-88D0-3656F8913DA3}" type="presParOf" srcId="{01E79098-4E3E-497A-9732-5E963E2394AD}" destId="{5CB518A4-7789-4801-B434-8143578404FB}" srcOrd="2" destOrd="0" presId="urn:microsoft.com/office/officeart/2018/2/layout/IconVerticalSolidList"/>
    <dgm:cxn modelId="{49BF5643-F90B-4F77-851F-B6065FFD6BC6}" type="presParOf" srcId="{5CB518A4-7789-4801-B434-8143578404FB}" destId="{6B2FCC6E-2B17-4B69-8FB1-3B07CE8B6D9B}" srcOrd="0" destOrd="0" presId="urn:microsoft.com/office/officeart/2018/2/layout/IconVerticalSolidList"/>
    <dgm:cxn modelId="{EDE659AB-308B-4D2B-9468-02ACB9EF81E1}" type="presParOf" srcId="{5CB518A4-7789-4801-B434-8143578404FB}" destId="{F10AD3BE-EF27-4E0F-B03C-B128C01C31EA}" srcOrd="1" destOrd="0" presId="urn:microsoft.com/office/officeart/2018/2/layout/IconVerticalSolidList"/>
    <dgm:cxn modelId="{E8C6FF10-D2A2-4EDB-B5C0-DC996EA677AC}" type="presParOf" srcId="{5CB518A4-7789-4801-B434-8143578404FB}" destId="{CC79DC9E-6045-41A0-9590-326509441B77}" srcOrd="2" destOrd="0" presId="urn:microsoft.com/office/officeart/2018/2/layout/IconVerticalSolidList"/>
    <dgm:cxn modelId="{4AE1806F-5B26-4C9F-95F7-B6B69184A2CE}" type="presParOf" srcId="{5CB518A4-7789-4801-B434-8143578404FB}" destId="{33CE73D9-F493-4DBB-A779-FA8CDBCD9D7F}" srcOrd="3" destOrd="0" presId="urn:microsoft.com/office/officeart/2018/2/layout/IconVerticalSolidList"/>
    <dgm:cxn modelId="{F334B338-CC52-4B1F-ACA3-48E032315D3D}" type="presParOf" srcId="{01E79098-4E3E-497A-9732-5E963E2394AD}" destId="{AF781A44-EA9E-41A2-9D54-E8B81CF8B597}" srcOrd="3" destOrd="0" presId="urn:microsoft.com/office/officeart/2018/2/layout/IconVerticalSolidList"/>
    <dgm:cxn modelId="{6FBA9E59-0DFA-44E4-B41A-0D03C1B00438}" type="presParOf" srcId="{01E79098-4E3E-497A-9732-5E963E2394AD}" destId="{1D81E5D5-CE84-4B11-A091-27AC85254F53}" srcOrd="4" destOrd="0" presId="urn:microsoft.com/office/officeart/2018/2/layout/IconVerticalSolidList"/>
    <dgm:cxn modelId="{4172AE62-CB8F-4DD9-A4E7-7E22F83F7A8E}" type="presParOf" srcId="{1D81E5D5-CE84-4B11-A091-27AC85254F53}" destId="{0EFE8114-BB1C-469E-B381-13BA54B23626}" srcOrd="0" destOrd="0" presId="urn:microsoft.com/office/officeart/2018/2/layout/IconVerticalSolidList"/>
    <dgm:cxn modelId="{7CC8A737-9ECD-4E77-9687-6F706DEA60C0}" type="presParOf" srcId="{1D81E5D5-CE84-4B11-A091-27AC85254F53}" destId="{1DAD7506-1B98-418A-B400-77CE0A9DFE93}" srcOrd="1" destOrd="0" presId="urn:microsoft.com/office/officeart/2018/2/layout/IconVerticalSolidList"/>
    <dgm:cxn modelId="{3AC8DACC-91A2-4005-9900-F431902DA69A}" type="presParOf" srcId="{1D81E5D5-CE84-4B11-A091-27AC85254F53}" destId="{682BCF38-3B1E-453A-8866-59D1DB6A156F}" srcOrd="2" destOrd="0" presId="urn:microsoft.com/office/officeart/2018/2/layout/IconVerticalSolidList"/>
    <dgm:cxn modelId="{CFC79B85-9799-4A3E-AE04-3919C5EA9A6B}" type="presParOf" srcId="{1D81E5D5-CE84-4B11-A091-27AC85254F53}" destId="{B78EDFFF-629D-429A-864B-884FA52C0551}" srcOrd="3" destOrd="0" presId="urn:microsoft.com/office/officeart/2018/2/layout/IconVerticalSolidList"/>
    <dgm:cxn modelId="{21D50E8C-DFCF-4618-9F06-32C46B2F3376}" type="presParOf" srcId="{01E79098-4E3E-497A-9732-5E963E2394AD}" destId="{7F017364-394B-4D3B-BD0D-BF292007518C}" srcOrd="5" destOrd="0" presId="urn:microsoft.com/office/officeart/2018/2/layout/IconVerticalSolidList"/>
    <dgm:cxn modelId="{DE743452-8EDD-405A-93F4-541062DC148A}" type="presParOf" srcId="{01E79098-4E3E-497A-9732-5E963E2394AD}" destId="{EC0A9E02-F31C-4E7A-92AC-0489B8F2ACD3}" srcOrd="6" destOrd="0" presId="urn:microsoft.com/office/officeart/2018/2/layout/IconVerticalSolidList"/>
    <dgm:cxn modelId="{D8945B5B-2DA7-48CB-899A-13767190EA9E}" type="presParOf" srcId="{EC0A9E02-F31C-4E7A-92AC-0489B8F2ACD3}" destId="{39708469-321D-482B-90B4-D7B4DEF9206F}" srcOrd="0" destOrd="0" presId="urn:microsoft.com/office/officeart/2018/2/layout/IconVerticalSolidList"/>
    <dgm:cxn modelId="{B97EE29B-5017-4BF5-B860-4AB15AE701FC}" type="presParOf" srcId="{EC0A9E02-F31C-4E7A-92AC-0489B8F2ACD3}" destId="{B963CAF2-AB76-4DE4-9CC9-54F6ED6C1204}" srcOrd="1" destOrd="0" presId="urn:microsoft.com/office/officeart/2018/2/layout/IconVerticalSolidList"/>
    <dgm:cxn modelId="{431825B3-573D-4DA7-809D-DBA3A68A644F}" type="presParOf" srcId="{EC0A9E02-F31C-4E7A-92AC-0489B8F2ACD3}" destId="{30B531F7-782C-4DC3-A410-B9D41FF3D859}" srcOrd="2" destOrd="0" presId="urn:microsoft.com/office/officeart/2018/2/layout/IconVerticalSolidList"/>
    <dgm:cxn modelId="{AB40B7E8-433B-4230-8638-32DC48705051}" type="presParOf" srcId="{EC0A9E02-F31C-4E7A-92AC-0489B8F2ACD3}" destId="{DAF203E4-BE54-480C-B103-000B21ADCF3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087E05-2341-4516-8FB4-5D38FEBA279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4BFBCDE-A0E2-4CB5-91FF-DF9746FDA58A}">
      <dgm:prSet/>
      <dgm:spPr/>
      <dgm:t>
        <a:bodyPr/>
        <a:lstStyle/>
        <a:p>
          <a:r>
            <a:rPr lang="en-US"/>
            <a:t>1. Unauthenticated API endpoint</a:t>
          </a:r>
        </a:p>
      </dgm:t>
    </dgm:pt>
    <dgm:pt modelId="{55CB66A2-F30C-49C8-A4D6-41BC85EDD6E6}" type="parTrans" cxnId="{C3AF849B-7017-4759-A567-CD585C2F9179}">
      <dgm:prSet/>
      <dgm:spPr/>
      <dgm:t>
        <a:bodyPr/>
        <a:lstStyle/>
        <a:p>
          <a:endParaRPr lang="en-US"/>
        </a:p>
      </dgm:t>
    </dgm:pt>
    <dgm:pt modelId="{FC60D634-4A7A-4815-B6EC-3F16F8B67DC1}" type="sibTrans" cxnId="{C3AF849B-7017-4759-A567-CD585C2F9179}">
      <dgm:prSet/>
      <dgm:spPr/>
      <dgm:t>
        <a:bodyPr/>
        <a:lstStyle/>
        <a:p>
          <a:endParaRPr lang="en-US"/>
        </a:p>
      </dgm:t>
    </dgm:pt>
    <dgm:pt modelId="{BA9151B6-BC3D-4D04-A272-A5EA45C9D777}">
      <dgm:prSet/>
      <dgm:spPr/>
      <dgm:t>
        <a:bodyPr/>
        <a:lstStyle/>
        <a:p>
          <a:r>
            <a:rPr lang="en-US"/>
            <a:t>2. No rate limiting or abuse protection</a:t>
          </a:r>
        </a:p>
      </dgm:t>
    </dgm:pt>
    <dgm:pt modelId="{31AECF8C-0D5B-4C98-A491-B125CA7542C6}" type="parTrans" cxnId="{D8724BF7-1AAE-44A8-A1C3-13F46D9870AA}">
      <dgm:prSet/>
      <dgm:spPr/>
      <dgm:t>
        <a:bodyPr/>
        <a:lstStyle/>
        <a:p>
          <a:endParaRPr lang="en-US"/>
        </a:p>
      </dgm:t>
    </dgm:pt>
    <dgm:pt modelId="{20D1E3DB-4B29-487F-A406-F72C1AA8A065}" type="sibTrans" cxnId="{D8724BF7-1AAE-44A8-A1C3-13F46D9870AA}">
      <dgm:prSet/>
      <dgm:spPr/>
      <dgm:t>
        <a:bodyPr/>
        <a:lstStyle/>
        <a:p>
          <a:endParaRPr lang="en-US"/>
        </a:p>
      </dgm:t>
    </dgm:pt>
    <dgm:pt modelId="{A0E60A6D-7362-448D-8EB0-9FCC019E5C99}">
      <dgm:prSet/>
      <dgm:spPr/>
      <dgm:t>
        <a:bodyPr/>
        <a:lstStyle/>
        <a:p>
          <a:r>
            <a:rPr lang="en-US"/>
            <a:t>3. Sensitive metadata exposure (IDs, statuses, device counts)</a:t>
          </a:r>
        </a:p>
      </dgm:t>
    </dgm:pt>
    <dgm:pt modelId="{AD012369-84AF-4511-B569-0839BF01049A}" type="parTrans" cxnId="{4CA5300F-66CF-4E41-8A1F-6D20BC75EAC6}">
      <dgm:prSet/>
      <dgm:spPr/>
      <dgm:t>
        <a:bodyPr/>
        <a:lstStyle/>
        <a:p>
          <a:endParaRPr lang="en-US"/>
        </a:p>
      </dgm:t>
    </dgm:pt>
    <dgm:pt modelId="{3C3BD41D-3C5F-4D28-8069-765805A33ACD}" type="sibTrans" cxnId="{4CA5300F-66CF-4E41-8A1F-6D20BC75EAC6}">
      <dgm:prSet/>
      <dgm:spPr/>
      <dgm:t>
        <a:bodyPr/>
        <a:lstStyle/>
        <a:p>
          <a:endParaRPr lang="en-US"/>
        </a:p>
      </dgm:t>
    </dgm:pt>
    <dgm:pt modelId="{7494CB01-F1A2-480B-853D-6D561A056174}" type="pres">
      <dgm:prSet presAssocID="{97087E05-2341-4516-8FB4-5D38FEBA2792}" presName="root" presStyleCnt="0">
        <dgm:presLayoutVars>
          <dgm:dir/>
          <dgm:resizeHandles val="exact"/>
        </dgm:presLayoutVars>
      </dgm:prSet>
      <dgm:spPr/>
    </dgm:pt>
    <dgm:pt modelId="{61AD4D28-C62D-4CA0-BA24-634817C28795}" type="pres">
      <dgm:prSet presAssocID="{04BFBCDE-A0E2-4CB5-91FF-DF9746FDA58A}" presName="compNode" presStyleCnt="0"/>
      <dgm:spPr/>
    </dgm:pt>
    <dgm:pt modelId="{A27608EF-9A54-4947-A083-04F451CCB26F}" type="pres">
      <dgm:prSet presAssocID="{04BFBCDE-A0E2-4CB5-91FF-DF9746FDA58A}" presName="bgRect" presStyleLbl="bgShp" presStyleIdx="0" presStyleCnt="3"/>
      <dgm:spPr/>
    </dgm:pt>
    <dgm:pt modelId="{069E622B-CBF7-4958-913F-0AF4B7BD7E38}" type="pres">
      <dgm:prSet presAssocID="{04BFBCDE-A0E2-4CB5-91FF-DF9746FDA58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AF07A94-09C3-493B-92EE-6D15AB379700}" type="pres">
      <dgm:prSet presAssocID="{04BFBCDE-A0E2-4CB5-91FF-DF9746FDA58A}" presName="spaceRect" presStyleCnt="0"/>
      <dgm:spPr/>
    </dgm:pt>
    <dgm:pt modelId="{21FF19FE-C56C-4984-8879-DAA19F724287}" type="pres">
      <dgm:prSet presAssocID="{04BFBCDE-A0E2-4CB5-91FF-DF9746FDA58A}" presName="parTx" presStyleLbl="revTx" presStyleIdx="0" presStyleCnt="3">
        <dgm:presLayoutVars>
          <dgm:chMax val="0"/>
          <dgm:chPref val="0"/>
        </dgm:presLayoutVars>
      </dgm:prSet>
      <dgm:spPr/>
    </dgm:pt>
    <dgm:pt modelId="{4D8E273A-F344-4472-AB67-70DBC67F2C88}" type="pres">
      <dgm:prSet presAssocID="{FC60D634-4A7A-4815-B6EC-3F16F8B67DC1}" presName="sibTrans" presStyleCnt="0"/>
      <dgm:spPr/>
    </dgm:pt>
    <dgm:pt modelId="{41E02A24-CFF1-4440-8209-098A51197773}" type="pres">
      <dgm:prSet presAssocID="{BA9151B6-BC3D-4D04-A272-A5EA45C9D777}" presName="compNode" presStyleCnt="0"/>
      <dgm:spPr/>
    </dgm:pt>
    <dgm:pt modelId="{932D4B44-ED30-41A1-B3A8-5C7245E098BC}" type="pres">
      <dgm:prSet presAssocID="{BA9151B6-BC3D-4D04-A272-A5EA45C9D777}" presName="bgRect" presStyleLbl="bgShp" presStyleIdx="1" presStyleCnt="3"/>
      <dgm:spPr/>
    </dgm:pt>
    <dgm:pt modelId="{7A37BFC6-5432-482A-B2DA-07C4FCDB67E5}" type="pres">
      <dgm:prSet presAssocID="{BA9151B6-BC3D-4D04-A272-A5EA45C9D77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6D00EB26-EB12-4C3D-9CE5-A86153E96EC4}" type="pres">
      <dgm:prSet presAssocID="{BA9151B6-BC3D-4D04-A272-A5EA45C9D777}" presName="spaceRect" presStyleCnt="0"/>
      <dgm:spPr/>
    </dgm:pt>
    <dgm:pt modelId="{7335ED5F-505B-47CA-B366-B8C5522C1566}" type="pres">
      <dgm:prSet presAssocID="{BA9151B6-BC3D-4D04-A272-A5EA45C9D777}" presName="parTx" presStyleLbl="revTx" presStyleIdx="1" presStyleCnt="3">
        <dgm:presLayoutVars>
          <dgm:chMax val="0"/>
          <dgm:chPref val="0"/>
        </dgm:presLayoutVars>
      </dgm:prSet>
      <dgm:spPr/>
    </dgm:pt>
    <dgm:pt modelId="{AB5D720B-F72F-4CF5-A635-5E2EDE9D8189}" type="pres">
      <dgm:prSet presAssocID="{20D1E3DB-4B29-487F-A406-F72C1AA8A065}" presName="sibTrans" presStyleCnt="0"/>
      <dgm:spPr/>
    </dgm:pt>
    <dgm:pt modelId="{E5B86D25-33D6-4C1A-894C-7B3967A1CDEA}" type="pres">
      <dgm:prSet presAssocID="{A0E60A6D-7362-448D-8EB0-9FCC019E5C99}" presName="compNode" presStyleCnt="0"/>
      <dgm:spPr/>
    </dgm:pt>
    <dgm:pt modelId="{6AB4A255-4324-47ED-9E8F-31DA574DA565}" type="pres">
      <dgm:prSet presAssocID="{A0E60A6D-7362-448D-8EB0-9FCC019E5C99}" presName="bgRect" presStyleLbl="bgShp" presStyleIdx="2" presStyleCnt="3"/>
      <dgm:spPr/>
    </dgm:pt>
    <dgm:pt modelId="{9F587275-FC93-47B1-AFCE-15792FCFE0B1}" type="pres">
      <dgm:prSet presAssocID="{A0E60A6D-7362-448D-8EB0-9FCC019E5C9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3C6DA984-5446-42F2-B228-FFB8B28B230B}" type="pres">
      <dgm:prSet presAssocID="{A0E60A6D-7362-448D-8EB0-9FCC019E5C99}" presName="spaceRect" presStyleCnt="0"/>
      <dgm:spPr/>
    </dgm:pt>
    <dgm:pt modelId="{912F6D64-8BE8-4AD2-996F-40F2DB4424E0}" type="pres">
      <dgm:prSet presAssocID="{A0E60A6D-7362-448D-8EB0-9FCC019E5C9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CA5300F-66CF-4E41-8A1F-6D20BC75EAC6}" srcId="{97087E05-2341-4516-8FB4-5D38FEBA2792}" destId="{A0E60A6D-7362-448D-8EB0-9FCC019E5C99}" srcOrd="2" destOrd="0" parTransId="{AD012369-84AF-4511-B569-0839BF01049A}" sibTransId="{3C3BD41D-3C5F-4D28-8069-765805A33ACD}"/>
    <dgm:cxn modelId="{6F64EC14-F8D8-4E67-B190-70E963A5EAB7}" type="presOf" srcId="{04BFBCDE-A0E2-4CB5-91FF-DF9746FDA58A}" destId="{21FF19FE-C56C-4984-8879-DAA19F724287}" srcOrd="0" destOrd="0" presId="urn:microsoft.com/office/officeart/2018/2/layout/IconVerticalSolidList"/>
    <dgm:cxn modelId="{8EEC9457-9AC5-4063-8ED9-02C4B57B30E8}" type="presOf" srcId="{97087E05-2341-4516-8FB4-5D38FEBA2792}" destId="{7494CB01-F1A2-480B-853D-6D561A056174}" srcOrd="0" destOrd="0" presId="urn:microsoft.com/office/officeart/2018/2/layout/IconVerticalSolidList"/>
    <dgm:cxn modelId="{C3AF849B-7017-4759-A567-CD585C2F9179}" srcId="{97087E05-2341-4516-8FB4-5D38FEBA2792}" destId="{04BFBCDE-A0E2-4CB5-91FF-DF9746FDA58A}" srcOrd="0" destOrd="0" parTransId="{55CB66A2-F30C-49C8-A4D6-41BC85EDD6E6}" sibTransId="{FC60D634-4A7A-4815-B6EC-3F16F8B67DC1}"/>
    <dgm:cxn modelId="{AF518FA1-3CA8-4931-AC4E-F8E63BC80B9F}" type="presOf" srcId="{A0E60A6D-7362-448D-8EB0-9FCC019E5C99}" destId="{912F6D64-8BE8-4AD2-996F-40F2DB4424E0}" srcOrd="0" destOrd="0" presId="urn:microsoft.com/office/officeart/2018/2/layout/IconVerticalSolidList"/>
    <dgm:cxn modelId="{83939DAA-88ED-412C-912D-EAD209EB72BC}" type="presOf" srcId="{BA9151B6-BC3D-4D04-A272-A5EA45C9D777}" destId="{7335ED5F-505B-47CA-B366-B8C5522C1566}" srcOrd="0" destOrd="0" presId="urn:microsoft.com/office/officeart/2018/2/layout/IconVerticalSolidList"/>
    <dgm:cxn modelId="{D8724BF7-1AAE-44A8-A1C3-13F46D9870AA}" srcId="{97087E05-2341-4516-8FB4-5D38FEBA2792}" destId="{BA9151B6-BC3D-4D04-A272-A5EA45C9D777}" srcOrd="1" destOrd="0" parTransId="{31AECF8C-0D5B-4C98-A491-B125CA7542C6}" sibTransId="{20D1E3DB-4B29-487F-A406-F72C1AA8A065}"/>
    <dgm:cxn modelId="{2086ABC5-6768-4CB0-862D-BEE72E741AFE}" type="presParOf" srcId="{7494CB01-F1A2-480B-853D-6D561A056174}" destId="{61AD4D28-C62D-4CA0-BA24-634817C28795}" srcOrd="0" destOrd="0" presId="urn:microsoft.com/office/officeart/2018/2/layout/IconVerticalSolidList"/>
    <dgm:cxn modelId="{42D0AECB-EBE1-4BBE-B1E5-5EA634918127}" type="presParOf" srcId="{61AD4D28-C62D-4CA0-BA24-634817C28795}" destId="{A27608EF-9A54-4947-A083-04F451CCB26F}" srcOrd="0" destOrd="0" presId="urn:microsoft.com/office/officeart/2018/2/layout/IconVerticalSolidList"/>
    <dgm:cxn modelId="{CD38614E-8C28-4C6B-BC66-B9B6D568EE90}" type="presParOf" srcId="{61AD4D28-C62D-4CA0-BA24-634817C28795}" destId="{069E622B-CBF7-4958-913F-0AF4B7BD7E38}" srcOrd="1" destOrd="0" presId="urn:microsoft.com/office/officeart/2018/2/layout/IconVerticalSolidList"/>
    <dgm:cxn modelId="{465AC197-D0F7-44F3-B89E-704D9B39DAB2}" type="presParOf" srcId="{61AD4D28-C62D-4CA0-BA24-634817C28795}" destId="{1AF07A94-09C3-493B-92EE-6D15AB379700}" srcOrd="2" destOrd="0" presId="urn:microsoft.com/office/officeart/2018/2/layout/IconVerticalSolidList"/>
    <dgm:cxn modelId="{E592FF19-D0A8-4AC1-9D2B-9FBB3CB995EF}" type="presParOf" srcId="{61AD4D28-C62D-4CA0-BA24-634817C28795}" destId="{21FF19FE-C56C-4984-8879-DAA19F724287}" srcOrd="3" destOrd="0" presId="urn:microsoft.com/office/officeart/2018/2/layout/IconVerticalSolidList"/>
    <dgm:cxn modelId="{5FE77336-ED02-452F-9DEB-2C8449615D41}" type="presParOf" srcId="{7494CB01-F1A2-480B-853D-6D561A056174}" destId="{4D8E273A-F344-4472-AB67-70DBC67F2C88}" srcOrd="1" destOrd="0" presId="urn:microsoft.com/office/officeart/2018/2/layout/IconVerticalSolidList"/>
    <dgm:cxn modelId="{AB79C08E-A6A7-4EEB-9428-250926680F66}" type="presParOf" srcId="{7494CB01-F1A2-480B-853D-6D561A056174}" destId="{41E02A24-CFF1-4440-8209-098A51197773}" srcOrd="2" destOrd="0" presId="urn:microsoft.com/office/officeart/2018/2/layout/IconVerticalSolidList"/>
    <dgm:cxn modelId="{1AEE2C8C-2492-4AA6-A11B-10E1ED476247}" type="presParOf" srcId="{41E02A24-CFF1-4440-8209-098A51197773}" destId="{932D4B44-ED30-41A1-B3A8-5C7245E098BC}" srcOrd="0" destOrd="0" presId="urn:microsoft.com/office/officeart/2018/2/layout/IconVerticalSolidList"/>
    <dgm:cxn modelId="{C408944B-8C20-4A39-A3E2-FB6B64B0B0E6}" type="presParOf" srcId="{41E02A24-CFF1-4440-8209-098A51197773}" destId="{7A37BFC6-5432-482A-B2DA-07C4FCDB67E5}" srcOrd="1" destOrd="0" presId="urn:microsoft.com/office/officeart/2018/2/layout/IconVerticalSolidList"/>
    <dgm:cxn modelId="{1A39416F-6FBF-4537-AA03-4F17B195AAC2}" type="presParOf" srcId="{41E02A24-CFF1-4440-8209-098A51197773}" destId="{6D00EB26-EB12-4C3D-9CE5-A86153E96EC4}" srcOrd="2" destOrd="0" presId="urn:microsoft.com/office/officeart/2018/2/layout/IconVerticalSolidList"/>
    <dgm:cxn modelId="{0848FF53-1AF5-4705-8FED-532F44773DA9}" type="presParOf" srcId="{41E02A24-CFF1-4440-8209-098A51197773}" destId="{7335ED5F-505B-47CA-B366-B8C5522C1566}" srcOrd="3" destOrd="0" presId="urn:microsoft.com/office/officeart/2018/2/layout/IconVerticalSolidList"/>
    <dgm:cxn modelId="{5C1A9260-3C43-4420-97BF-BF176E0EEB66}" type="presParOf" srcId="{7494CB01-F1A2-480B-853D-6D561A056174}" destId="{AB5D720B-F72F-4CF5-A635-5E2EDE9D8189}" srcOrd="3" destOrd="0" presId="urn:microsoft.com/office/officeart/2018/2/layout/IconVerticalSolidList"/>
    <dgm:cxn modelId="{EB4810FC-7814-49A7-A2C3-E3552AA1ED47}" type="presParOf" srcId="{7494CB01-F1A2-480B-853D-6D561A056174}" destId="{E5B86D25-33D6-4C1A-894C-7B3967A1CDEA}" srcOrd="4" destOrd="0" presId="urn:microsoft.com/office/officeart/2018/2/layout/IconVerticalSolidList"/>
    <dgm:cxn modelId="{8484A5D2-CA60-4C3D-9F5C-2A1669C329B6}" type="presParOf" srcId="{E5B86D25-33D6-4C1A-894C-7B3967A1CDEA}" destId="{6AB4A255-4324-47ED-9E8F-31DA574DA565}" srcOrd="0" destOrd="0" presId="urn:microsoft.com/office/officeart/2018/2/layout/IconVerticalSolidList"/>
    <dgm:cxn modelId="{F7605E12-E92D-43CE-9C46-DF9DCB3130D6}" type="presParOf" srcId="{E5B86D25-33D6-4C1A-894C-7B3967A1CDEA}" destId="{9F587275-FC93-47B1-AFCE-15792FCFE0B1}" srcOrd="1" destOrd="0" presId="urn:microsoft.com/office/officeart/2018/2/layout/IconVerticalSolidList"/>
    <dgm:cxn modelId="{9AD1E998-4602-4BA6-9520-6FB0AD27128E}" type="presParOf" srcId="{E5B86D25-33D6-4C1A-894C-7B3967A1CDEA}" destId="{3C6DA984-5446-42F2-B228-FFB8B28B230B}" srcOrd="2" destOrd="0" presId="urn:microsoft.com/office/officeart/2018/2/layout/IconVerticalSolidList"/>
    <dgm:cxn modelId="{ED6E2BBC-57CE-4366-8F43-28409E2F9DD4}" type="presParOf" srcId="{E5B86D25-33D6-4C1A-894C-7B3967A1CDEA}" destId="{912F6D64-8BE8-4AD2-996F-40F2DB4424E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4BA7AD6-A20A-4E68-8514-E9287088BEE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CCDE7A2-0172-46A0-B866-8F8D1C9D3E35}">
      <dgm:prSet/>
      <dgm:spPr/>
      <dgm:t>
        <a:bodyPr/>
        <a:lstStyle/>
        <a:p>
          <a:r>
            <a:rPr lang="en-US"/>
            <a:t>• ShinyHunters enumerated Authy users at scale</a:t>
          </a:r>
        </a:p>
      </dgm:t>
    </dgm:pt>
    <dgm:pt modelId="{BECFFF41-5BCB-49F4-8545-5BFE17F846A0}" type="parTrans" cxnId="{8CE8A760-EDE5-490E-A5DB-BD88403D901D}">
      <dgm:prSet/>
      <dgm:spPr/>
      <dgm:t>
        <a:bodyPr/>
        <a:lstStyle/>
        <a:p>
          <a:endParaRPr lang="en-US"/>
        </a:p>
      </dgm:t>
    </dgm:pt>
    <dgm:pt modelId="{E3F211DC-232D-4A61-8F20-E246EA3BF39E}" type="sibTrans" cxnId="{8CE8A760-EDE5-490E-A5DB-BD88403D901D}">
      <dgm:prSet/>
      <dgm:spPr/>
      <dgm:t>
        <a:bodyPr/>
        <a:lstStyle/>
        <a:p>
          <a:endParaRPr lang="en-US"/>
        </a:p>
      </dgm:t>
    </dgm:pt>
    <dgm:pt modelId="{1F7CFDAF-ADA4-4812-98D1-676DEE05D067}">
      <dgm:prSet/>
      <dgm:spPr/>
      <dgm:t>
        <a:bodyPr/>
        <a:lstStyle/>
        <a:p>
          <a:r>
            <a:rPr lang="en-US"/>
            <a:t>• Automated API queries → massive data extraction</a:t>
          </a:r>
        </a:p>
      </dgm:t>
    </dgm:pt>
    <dgm:pt modelId="{BEBC43D4-4BEB-441D-87D9-64374EB664FC}" type="parTrans" cxnId="{B031FEBF-A3BA-43ED-BDE5-BB7F94E4D885}">
      <dgm:prSet/>
      <dgm:spPr/>
      <dgm:t>
        <a:bodyPr/>
        <a:lstStyle/>
        <a:p>
          <a:endParaRPr lang="en-US"/>
        </a:p>
      </dgm:t>
    </dgm:pt>
    <dgm:pt modelId="{EC69D2BE-E019-4F91-A1C6-678E99BB8A62}" type="sibTrans" cxnId="{B031FEBF-A3BA-43ED-BDE5-BB7F94E4D885}">
      <dgm:prSet/>
      <dgm:spPr/>
      <dgm:t>
        <a:bodyPr/>
        <a:lstStyle/>
        <a:p>
          <a:endParaRPr lang="en-US"/>
        </a:p>
      </dgm:t>
    </dgm:pt>
    <dgm:pt modelId="{112FDACF-04FB-4998-9BB0-FCEDD0EDF66C}">
      <dgm:prSet/>
      <dgm:spPr/>
      <dgm:t>
        <a:bodyPr/>
        <a:lstStyle/>
        <a:p>
          <a:r>
            <a:rPr lang="en-US"/>
            <a:t>• Enables phishing, smishing, social engineering</a:t>
          </a:r>
        </a:p>
      </dgm:t>
    </dgm:pt>
    <dgm:pt modelId="{66709027-3CE8-4517-99EE-CC363273FCEC}" type="parTrans" cxnId="{0F2F09CB-DB6D-4267-82BB-D5B5E2E6AF0C}">
      <dgm:prSet/>
      <dgm:spPr/>
      <dgm:t>
        <a:bodyPr/>
        <a:lstStyle/>
        <a:p>
          <a:endParaRPr lang="en-US"/>
        </a:p>
      </dgm:t>
    </dgm:pt>
    <dgm:pt modelId="{89B4EBFA-0A6C-49A0-95B6-87FE202AD51C}" type="sibTrans" cxnId="{0F2F09CB-DB6D-4267-82BB-D5B5E2E6AF0C}">
      <dgm:prSet/>
      <dgm:spPr/>
      <dgm:t>
        <a:bodyPr/>
        <a:lstStyle/>
        <a:p>
          <a:endParaRPr lang="en-US"/>
        </a:p>
      </dgm:t>
    </dgm:pt>
    <dgm:pt modelId="{D947F45E-020D-430A-B27D-28E81542A891}">
      <dgm:prSet/>
      <dgm:spPr/>
      <dgm:t>
        <a:bodyPr/>
        <a:lstStyle/>
        <a:p>
          <a:r>
            <a:rPr lang="en-US"/>
            <a:t>• Reputational + regulatory risk (GDPR/CCPA)</a:t>
          </a:r>
        </a:p>
      </dgm:t>
    </dgm:pt>
    <dgm:pt modelId="{F94403D5-79DC-46F0-8FCB-EE10F5FA10C5}" type="parTrans" cxnId="{C99A0B0A-974A-4C3D-B43B-90CBD64AB2D7}">
      <dgm:prSet/>
      <dgm:spPr/>
      <dgm:t>
        <a:bodyPr/>
        <a:lstStyle/>
        <a:p>
          <a:endParaRPr lang="en-US"/>
        </a:p>
      </dgm:t>
    </dgm:pt>
    <dgm:pt modelId="{005C436C-27D4-4BB5-8303-E3E9F8F25D87}" type="sibTrans" cxnId="{C99A0B0A-974A-4C3D-B43B-90CBD64AB2D7}">
      <dgm:prSet/>
      <dgm:spPr/>
      <dgm:t>
        <a:bodyPr/>
        <a:lstStyle/>
        <a:p>
          <a:endParaRPr lang="en-US"/>
        </a:p>
      </dgm:t>
    </dgm:pt>
    <dgm:pt modelId="{20FE8176-1546-5841-BBCD-C1F5141A151C}" type="pres">
      <dgm:prSet presAssocID="{74BA7AD6-A20A-4E68-8514-E9287088BEE3}" presName="linear" presStyleCnt="0">
        <dgm:presLayoutVars>
          <dgm:animLvl val="lvl"/>
          <dgm:resizeHandles val="exact"/>
        </dgm:presLayoutVars>
      </dgm:prSet>
      <dgm:spPr/>
    </dgm:pt>
    <dgm:pt modelId="{7AC4078B-995F-034B-B550-72961B98A5AF}" type="pres">
      <dgm:prSet presAssocID="{CCCDE7A2-0172-46A0-B866-8F8D1C9D3E3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B007169-A3B8-5C4F-9F98-F82B0EC78BD9}" type="pres">
      <dgm:prSet presAssocID="{E3F211DC-232D-4A61-8F20-E246EA3BF39E}" presName="spacer" presStyleCnt="0"/>
      <dgm:spPr/>
    </dgm:pt>
    <dgm:pt modelId="{B6775289-5E69-BD48-9761-54479C9F9139}" type="pres">
      <dgm:prSet presAssocID="{1F7CFDAF-ADA4-4812-98D1-676DEE05D06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57E202E-087F-634C-AEA8-89086339C7D0}" type="pres">
      <dgm:prSet presAssocID="{EC69D2BE-E019-4F91-A1C6-678E99BB8A62}" presName="spacer" presStyleCnt="0"/>
      <dgm:spPr/>
    </dgm:pt>
    <dgm:pt modelId="{0C425818-CCD5-B449-9013-018093776027}" type="pres">
      <dgm:prSet presAssocID="{112FDACF-04FB-4998-9BB0-FCEDD0EDF66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68919C3-92EE-7540-B857-3D9B924BEA95}" type="pres">
      <dgm:prSet presAssocID="{89B4EBFA-0A6C-49A0-95B6-87FE202AD51C}" presName="spacer" presStyleCnt="0"/>
      <dgm:spPr/>
    </dgm:pt>
    <dgm:pt modelId="{D524A570-A887-F846-B7E4-9483E317EA7D}" type="pres">
      <dgm:prSet presAssocID="{D947F45E-020D-430A-B27D-28E81542A89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99A0B0A-974A-4C3D-B43B-90CBD64AB2D7}" srcId="{74BA7AD6-A20A-4E68-8514-E9287088BEE3}" destId="{D947F45E-020D-430A-B27D-28E81542A891}" srcOrd="3" destOrd="0" parTransId="{F94403D5-79DC-46F0-8FCB-EE10F5FA10C5}" sibTransId="{005C436C-27D4-4BB5-8303-E3E9F8F25D87}"/>
    <dgm:cxn modelId="{0CF07F1E-29DF-754C-8B32-07FA833718DA}" type="presOf" srcId="{112FDACF-04FB-4998-9BB0-FCEDD0EDF66C}" destId="{0C425818-CCD5-B449-9013-018093776027}" srcOrd="0" destOrd="0" presId="urn:microsoft.com/office/officeart/2005/8/layout/vList2"/>
    <dgm:cxn modelId="{B7D2395F-F44C-FB42-B493-2DDDBA4F27DF}" type="presOf" srcId="{D947F45E-020D-430A-B27D-28E81542A891}" destId="{D524A570-A887-F846-B7E4-9483E317EA7D}" srcOrd="0" destOrd="0" presId="urn:microsoft.com/office/officeart/2005/8/layout/vList2"/>
    <dgm:cxn modelId="{8CE8A760-EDE5-490E-A5DB-BD88403D901D}" srcId="{74BA7AD6-A20A-4E68-8514-E9287088BEE3}" destId="{CCCDE7A2-0172-46A0-B866-8F8D1C9D3E35}" srcOrd="0" destOrd="0" parTransId="{BECFFF41-5BCB-49F4-8545-5BFE17F846A0}" sibTransId="{E3F211DC-232D-4A61-8F20-E246EA3BF39E}"/>
    <dgm:cxn modelId="{74C8338B-9860-1247-BE4B-12350DD5E14B}" type="presOf" srcId="{74BA7AD6-A20A-4E68-8514-E9287088BEE3}" destId="{20FE8176-1546-5841-BBCD-C1F5141A151C}" srcOrd="0" destOrd="0" presId="urn:microsoft.com/office/officeart/2005/8/layout/vList2"/>
    <dgm:cxn modelId="{075B758B-44F1-C443-A5F0-37198095FC4F}" type="presOf" srcId="{CCCDE7A2-0172-46A0-B866-8F8D1C9D3E35}" destId="{7AC4078B-995F-034B-B550-72961B98A5AF}" srcOrd="0" destOrd="0" presId="urn:microsoft.com/office/officeart/2005/8/layout/vList2"/>
    <dgm:cxn modelId="{1EA67794-1BB2-6D4D-BB86-00D3C5AC0EEF}" type="presOf" srcId="{1F7CFDAF-ADA4-4812-98D1-676DEE05D067}" destId="{B6775289-5E69-BD48-9761-54479C9F9139}" srcOrd="0" destOrd="0" presId="urn:microsoft.com/office/officeart/2005/8/layout/vList2"/>
    <dgm:cxn modelId="{B031FEBF-A3BA-43ED-BDE5-BB7F94E4D885}" srcId="{74BA7AD6-A20A-4E68-8514-E9287088BEE3}" destId="{1F7CFDAF-ADA4-4812-98D1-676DEE05D067}" srcOrd="1" destOrd="0" parTransId="{BEBC43D4-4BEB-441D-87D9-64374EB664FC}" sibTransId="{EC69D2BE-E019-4F91-A1C6-678E99BB8A62}"/>
    <dgm:cxn modelId="{0F2F09CB-DB6D-4267-82BB-D5B5E2E6AF0C}" srcId="{74BA7AD6-A20A-4E68-8514-E9287088BEE3}" destId="{112FDACF-04FB-4998-9BB0-FCEDD0EDF66C}" srcOrd="2" destOrd="0" parTransId="{66709027-3CE8-4517-99EE-CC363273FCEC}" sibTransId="{89B4EBFA-0A6C-49A0-95B6-87FE202AD51C}"/>
    <dgm:cxn modelId="{B1B33D69-C332-914C-9AA5-95EF986377CD}" type="presParOf" srcId="{20FE8176-1546-5841-BBCD-C1F5141A151C}" destId="{7AC4078B-995F-034B-B550-72961B98A5AF}" srcOrd="0" destOrd="0" presId="urn:microsoft.com/office/officeart/2005/8/layout/vList2"/>
    <dgm:cxn modelId="{BF448D47-8C4C-764F-A0FC-071A30F331E2}" type="presParOf" srcId="{20FE8176-1546-5841-BBCD-C1F5141A151C}" destId="{2B007169-A3B8-5C4F-9F98-F82B0EC78BD9}" srcOrd="1" destOrd="0" presId="urn:microsoft.com/office/officeart/2005/8/layout/vList2"/>
    <dgm:cxn modelId="{59DA9DA8-E24E-6B4A-AFBF-AAB114ECF8F7}" type="presParOf" srcId="{20FE8176-1546-5841-BBCD-C1F5141A151C}" destId="{B6775289-5E69-BD48-9761-54479C9F9139}" srcOrd="2" destOrd="0" presId="urn:microsoft.com/office/officeart/2005/8/layout/vList2"/>
    <dgm:cxn modelId="{F601CF45-FF7A-8F48-8255-71B5B2A465D7}" type="presParOf" srcId="{20FE8176-1546-5841-BBCD-C1F5141A151C}" destId="{257E202E-087F-634C-AEA8-89086339C7D0}" srcOrd="3" destOrd="0" presId="urn:microsoft.com/office/officeart/2005/8/layout/vList2"/>
    <dgm:cxn modelId="{15099872-963B-A443-9FDB-39DD864F5246}" type="presParOf" srcId="{20FE8176-1546-5841-BBCD-C1F5141A151C}" destId="{0C425818-CCD5-B449-9013-018093776027}" srcOrd="4" destOrd="0" presId="urn:microsoft.com/office/officeart/2005/8/layout/vList2"/>
    <dgm:cxn modelId="{1895D430-7F58-1C46-8250-DD89B2BFDEF1}" type="presParOf" srcId="{20FE8176-1546-5841-BBCD-C1F5141A151C}" destId="{E68919C3-92EE-7540-B857-3D9B924BEA95}" srcOrd="5" destOrd="0" presId="urn:microsoft.com/office/officeart/2005/8/layout/vList2"/>
    <dgm:cxn modelId="{E9F00F61-0EDF-2F4D-AD14-46A7C053CEDE}" type="presParOf" srcId="{20FE8176-1546-5841-BBCD-C1F5141A151C}" destId="{D524A570-A887-F846-B7E4-9483E317EA7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E4DF4BC-532C-45F8-A2C4-A35E0EDA621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9155639-5E41-4566-8AC2-2A56B7C8DA44}">
      <dgm:prSet/>
      <dgm:spPr/>
      <dgm:t>
        <a:bodyPr/>
        <a:lstStyle/>
        <a:p>
          <a:r>
            <a:rPr lang="en-US"/>
            <a:t>Add strict API authentication + authorization</a:t>
          </a:r>
        </a:p>
      </dgm:t>
    </dgm:pt>
    <dgm:pt modelId="{32F4C25F-FBFE-4A1E-9486-153C090FF8C8}" type="parTrans" cxnId="{890D85A5-EA9F-48C9-B829-38466C615477}">
      <dgm:prSet/>
      <dgm:spPr/>
      <dgm:t>
        <a:bodyPr/>
        <a:lstStyle/>
        <a:p>
          <a:endParaRPr lang="en-US"/>
        </a:p>
      </dgm:t>
    </dgm:pt>
    <dgm:pt modelId="{689605B0-A031-48C6-A4C3-6F9BF06EC933}" type="sibTrans" cxnId="{890D85A5-EA9F-48C9-B829-38466C615477}">
      <dgm:prSet/>
      <dgm:spPr/>
      <dgm:t>
        <a:bodyPr/>
        <a:lstStyle/>
        <a:p>
          <a:endParaRPr lang="en-US"/>
        </a:p>
      </dgm:t>
    </dgm:pt>
    <dgm:pt modelId="{AB687303-6274-4A9A-91D8-766B22A0179E}">
      <dgm:prSet/>
      <dgm:spPr/>
      <dgm:t>
        <a:bodyPr/>
        <a:lstStyle/>
        <a:p>
          <a:r>
            <a:rPr lang="en-US"/>
            <a:t>• Implement aggressive rate limiting &amp; bot detection</a:t>
          </a:r>
        </a:p>
      </dgm:t>
    </dgm:pt>
    <dgm:pt modelId="{5096B72C-CBDD-4162-A405-E42BF620146A}" type="parTrans" cxnId="{1373DC43-DBF2-4DE9-935C-93DF3B5C7572}">
      <dgm:prSet/>
      <dgm:spPr/>
      <dgm:t>
        <a:bodyPr/>
        <a:lstStyle/>
        <a:p>
          <a:endParaRPr lang="en-US"/>
        </a:p>
      </dgm:t>
    </dgm:pt>
    <dgm:pt modelId="{461FA3D8-FD07-40C4-9D19-9C0ED48324D0}" type="sibTrans" cxnId="{1373DC43-DBF2-4DE9-935C-93DF3B5C7572}">
      <dgm:prSet/>
      <dgm:spPr/>
      <dgm:t>
        <a:bodyPr/>
        <a:lstStyle/>
        <a:p>
          <a:endParaRPr lang="en-US"/>
        </a:p>
      </dgm:t>
    </dgm:pt>
    <dgm:pt modelId="{3E8E98C7-9165-43C4-BD5B-4221B5DCCBEC}">
      <dgm:prSet/>
      <dgm:spPr/>
      <dgm:t>
        <a:bodyPr/>
        <a:lstStyle/>
        <a:p>
          <a:r>
            <a:rPr lang="en-US"/>
            <a:t>• Apply data minimization + metadata protection</a:t>
          </a:r>
        </a:p>
      </dgm:t>
    </dgm:pt>
    <dgm:pt modelId="{55223DDB-C214-42D2-A3FA-AC1FF0FB7895}" type="parTrans" cxnId="{35BDD3D5-170D-4198-9477-74CDDFC9D680}">
      <dgm:prSet/>
      <dgm:spPr/>
      <dgm:t>
        <a:bodyPr/>
        <a:lstStyle/>
        <a:p>
          <a:endParaRPr lang="en-US"/>
        </a:p>
      </dgm:t>
    </dgm:pt>
    <dgm:pt modelId="{2FD710BB-54F3-42CA-8A83-69A6523B7D25}" type="sibTrans" cxnId="{35BDD3D5-170D-4198-9477-74CDDFC9D680}">
      <dgm:prSet/>
      <dgm:spPr/>
      <dgm:t>
        <a:bodyPr/>
        <a:lstStyle/>
        <a:p>
          <a:endParaRPr lang="en-US"/>
        </a:p>
      </dgm:t>
    </dgm:pt>
    <dgm:pt modelId="{B8BAD07B-56C5-46B3-B12A-1E91304E8B97}">
      <dgm:prSet/>
      <dgm:spPr/>
      <dgm:t>
        <a:bodyPr/>
        <a:lstStyle/>
        <a:p>
          <a:r>
            <a:rPr lang="en-US"/>
            <a:t>• Continuous monitoring &amp; API posture scanning</a:t>
          </a:r>
        </a:p>
      </dgm:t>
    </dgm:pt>
    <dgm:pt modelId="{D4014ADD-BD0A-4372-B666-AE4FC065462E}" type="parTrans" cxnId="{DEBA63DB-AC3C-490B-BB1A-3712A872C35D}">
      <dgm:prSet/>
      <dgm:spPr/>
      <dgm:t>
        <a:bodyPr/>
        <a:lstStyle/>
        <a:p>
          <a:endParaRPr lang="en-US"/>
        </a:p>
      </dgm:t>
    </dgm:pt>
    <dgm:pt modelId="{B07C3D28-0A34-40D7-B691-9946D3B080CF}" type="sibTrans" cxnId="{DEBA63DB-AC3C-490B-BB1A-3712A872C35D}">
      <dgm:prSet/>
      <dgm:spPr/>
      <dgm:t>
        <a:bodyPr/>
        <a:lstStyle/>
        <a:p>
          <a:endParaRPr lang="en-US"/>
        </a:p>
      </dgm:t>
    </dgm:pt>
    <dgm:pt modelId="{F080B479-CC9C-4A2C-A358-F9A9355F0F81}" type="pres">
      <dgm:prSet presAssocID="{5E4DF4BC-532C-45F8-A2C4-A35E0EDA621D}" presName="root" presStyleCnt="0">
        <dgm:presLayoutVars>
          <dgm:dir/>
          <dgm:resizeHandles val="exact"/>
        </dgm:presLayoutVars>
      </dgm:prSet>
      <dgm:spPr/>
    </dgm:pt>
    <dgm:pt modelId="{7EFD9D56-51AC-400F-839A-CCCC12E433E3}" type="pres">
      <dgm:prSet presAssocID="{99155639-5E41-4566-8AC2-2A56B7C8DA44}" presName="compNode" presStyleCnt="0"/>
      <dgm:spPr/>
    </dgm:pt>
    <dgm:pt modelId="{648E9E1D-80E7-4B2E-AF45-452386BC0509}" type="pres">
      <dgm:prSet presAssocID="{99155639-5E41-4566-8AC2-2A56B7C8DA44}" presName="bgRect" presStyleLbl="bgShp" presStyleIdx="0" presStyleCnt="4"/>
      <dgm:spPr/>
    </dgm:pt>
    <dgm:pt modelId="{E0A497A2-5D45-48A4-BEAA-62818BCC6C36}" type="pres">
      <dgm:prSet presAssocID="{99155639-5E41-4566-8AC2-2A56B7C8DA4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B0419292-0698-407B-87D1-C95BCC1A2200}" type="pres">
      <dgm:prSet presAssocID="{99155639-5E41-4566-8AC2-2A56B7C8DA44}" presName="spaceRect" presStyleCnt="0"/>
      <dgm:spPr/>
    </dgm:pt>
    <dgm:pt modelId="{99C6935B-2081-4662-83A5-230A902A2738}" type="pres">
      <dgm:prSet presAssocID="{99155639-5E41-4566-8AC2-2A56B7C8DA44}" presName="parTx" presStyleLbl="revTx" presStyleIdx="0" presStyleCnt="4">
        <dgm:presLayoutVars>
          <dgm:chMax val="0"/>
          <dgm:chPref val="0"/>
        </dgm:presLayoutVars>
      </dgm:prSet>
      <dgm:spPr/>
    </dgm:pt>
    <dgm:pt modelId="{DAFD6785-1328-42E5-B645-A9A53F6F7E79}" type="pres">
      <dgm:prSet presAssocID="{689605B0-A031-48C6-A4C3-6F9BF06EC933}" presName="sibTrans" presStyleCnt="0"/>
      <dgm:spPr/>
    </dgm:pt>
    <dgm:pt modelId="{FE3173D2-B72D-445F-8728-CBBFDE891E70}" type="pres">
      <dgm:prSet presAssocID="{AB687303-6274-4A9A-91D8-766B22A0179E}" presName="compNode" presStyleCnt="0"/>
      <dgm:spPr/>
    </dgm:pt>
    <dgm:pt modelId="{119E0C8F-3834-4EA7-815B-9B8F5C462834}" type="pres">
      <dgm:prSet presAssocID="{AB687303-6274-4A9A-91D8-766B22A0179E}" presName="bgRect" presStyleLbl="bgShp" presStyleIdx="1" presStyleCnt="4"/>
      <dgm:spPr/>
    </dgm:pt>
    <dgm:pt modelId="{CC2225A0-871A-446A-8524-D4AD0EFF006B}" type="pres">
      <dgm:prSet presAssocID="{AB687303-6274-4A9A-91D8-766B22A0179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lamation Mark"/>
        </a:ext>
      </dgm:extLst>
    </dgm:pt>
    <dgm:pt modelId="{5EFA03A5-4F4C-45E9-B99F-DE1E5418E03D}" type="pres">
      <dgm:prSet presAssocID="{AB687303-6274-4A9A-91D8-766B22A0179E}" presName="spaceRect" presStyleCnt="0"/>
      <dgm:spPr/>
    </dgm:pt>
    <dgm:pt modelId="{E26443AC-ACB4-4DDA-848D-213A4A177318}" type="pres">
      <dgm:prSet presAssocID="{AB687303-6274-4A9A-91D8-766B22A0179E}" presName="parTx" presStyleLbl="revTx" presStyleIdx="1" presStyleCnt="4">
        <dgm:presLayoutVars>
          <dgm:chMax val="0"/>
          <dgm:chPref val="0"/>
        </dgm:presLayoutVars>
      </dgm:prSet>
      <dgm:spPr/>
    </dgm:pt>
    <dgm:pt modelId="{817C8070-1855-412C-A6F3-4FAD1C684570}" type="pres">
      <dgm:prSet presAssocID="{461FA3D8-FD07-40C4-9D19-9C0ED48324D0}" presName="sibTrans" presStyleCnt="0"/>
      <dgm:spPr/>
    </dgm:pt>
    <dgm:pt modelId="{9AD9A362-5CD4-4823-A371-D0FDCF1DBA01}" type="pres">
      <dgm:prSet presAssocID="{3E8E98C7-9165-43C4-BD5B-4221B5DCCBEC}" presName="compNode" presStyleCnt="0"/>
      <dgm:spPr/>
    </dgm:pt>
    <dgm:pt modelId="{25122055-9BA1-498B-A30D-18CBF2596BC8}" type="pres">
      <dgm:prSet presAssocID="{3E8E98C7-9165-43C4-BD5B-4221B5DCCBEC}" presName="bgRect" presStyleLbl="bgShp" presStyleIdx="2" presStyleCnt="4"/>
      <dgm:spPr/>
    </dgm:pt>
    <dgm:pt modelId="{97532940-1D41-4A08-8FC7-1F4D3F4F8CA4}" type="pres">
      <dgm:prSet presAssocID="{3E8E98C7-9165-43C4-BD5B-4221B5DCCBE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4F3394C6-BB54-46C1-ABE4-5F9391150A57}" type="pres">
      <dgm:prSet presAssocID="{3E8E98C7-9165-43C4-BD5B-4221B5DCCBEC}" presName="spaceRect" presStyleCnt="0"/>
      <dgm:spPr/>
    </dgm:pt>
    <dgm:pt modelId="{B87D0657-652C-47F0-85D7-4FDD55CEB8AC}" type="pres">
      <dgm:prSet presAssocID="{3E8E98C7-9165-43C4-BD5B-4221B5DCCBEC}" presName="parTx" presStyleLbl="revTx" presStyleIdx="2" presStyleCnt="4">
        <dgm:presLayoutVars>
          <dgm:chMax val="0"/>
          <dgm:chPref val="0"/>
        </dgm:presLayoutVars>
      </dgm:prSet>
      <dgm:spPr/>
    </dgm:pt>
    <dgm:pt modelId="{3F0B3CF8-D113-4966-ADC1-21A34D603A86}" type="pres">
      <dgm:prSet presAssocID="{2FD710BB-54F3-42CA-8A83-69A6523B7D25}" presName="sibTrans" presStyleCnt="0"/>
      <dgm:spPr/>
    </dgm:pt>
    <dgm:pt modelId="{3F19A9CE-21BF-460A-A071-1C73410F1812}" type="pres">
      <dgm:prSet presAssocID="{B8BAD07B-56C5-46B3-B12A-1E91304E8B97}" presName="compNode" presStyleCnt="0"/>
      <dgm:spPr/>
    </dgm:pt>
    <dgm:pt modelId="{D7078E26-C4BF-4F62-865A-998838D02BEB}" type="pres">
      <dgm:prSet presAssocID="{B8BAD07B-56C5-46B3-B12A-1E91304E8B97}" presName="bgRect" presStyleLbl="bgShp" presStyleIdx="3" presStyleCnt="4"/>
      <dgm:spPr/>
    </dgm:pt>
    <dgm:pt modelId="{501F824F-D826-4F6A-8AD9-576677846C5A}" type="pres">
      <dgm:prSet presAssocID="{B8BAD07B-56C5-46B3-B12A-1E91304E8B9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0699CDB-84FA-4A96-8EDC-978C894AF40C}" type="pres">
      <dgm:prSet presAssocID="{B8BAD07B-56C5-46B3-B12A-1E91304E8B97}" presName="spaceRect" presStyleCnt="0"/>
      <dgm:spPr/>
    </dgm:pt>
    <dgm:pt modelId="{12B5569B-4D62-405F-8F25-C1646DAB050F}" type="pres">
      <dgm:prSet presAssocID="{B8BAD07B-56C5-46B3-B12A-1E91304E8B9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344811F-B34D-4194-99E3-8A94A179DC58}" type="presOf" srcId="{B8BAD07B-56C5-46B3-B12A-1E91304E8B97}" destId="{12B5569B-4D62-405F-8F25-C1646DAB050F}" srcOrd="0" destOrd="0" presId="urn:microsoft.com/office/officeart/2018/2/layout/IconVerticalSolidList"/>
    <dgm:cxn modelId="{1373DC43-DBF2-4DE9-935C-93DF3B5C7572}" srcId="{5E4DF4BC-532C-45F8-A2C4-A35E0EDA621D}" destId="{AB687303-6274-4A9A-91D8-766B22A0179E}" srcOrd="1" destOrd="0" parTransId="{5096B72C-CBDD-4162-A405-E42BF620146A}" sibTransId="{461FA3D8-FD07-40C4-9D19-9C0ED48324D0}"/>
    <dgm:cxn modelId="{4005A274-F1B9-41EA-8A9C-3F4F2ECA0FE8}" type="presOf" srcId="{5E4DF4BC-532C-45F8-A2C4-A35E0EDA621D}" destId="{F080B479-CC9C-4A2C-A358-F9A9355F0F81}" srcOrd="0" destOrd="0" presId="urn:microsoft.com/office/officeart/2018/2/layout/IconVerticalSolidList"/>
    <dgm:cxn modelId="{7AD71C77-BFCC-4B6A-849F-50CE0599C5B9}" type="presOf" srcId="{99155639-5E41-4566-8AC2-2A56B7C8DA44}" destId="{99C6935B-2081-4662-83A5-230A902A2738}" srcOrd="0" destOrd="0" presId="urn:microsoft.com/office/officeart/2018/2/layout/IconVerticalSolidList"/>
    <dgm:cxn modelId="{2E0E4B78-BE8D-4C01-96B8-7EC50B290D69}" type="presOf" srcId="{AB687303-6274-4A9A-91D8-766B22A0179E}" destId="{E26443AC-ACB4-4DDA-848D-213A4A177318}" srcOrd="0" destOrd="0" presId="urn:microsoft.com/office/officeart/2018/2/layout/IconVerticalSolidList"/>
    <dgm:cxn modelId="{6A4A4991-741B-47A8-9D50-F8DE459CD1D8}" type="presOf" srcId="{3E8E98C7-9165-43C4-BD5B-4221B5DCCBEC}" destId="{B87D0657-652C-47F0-85D7-4FDD55CEB8AC}" srcOrd="0" destOrd="0" presId="urn:microsoft.com/office/officeart/2018/2/layout/IconVerticalSolidList"/>
    <dgm:cxn modelId="{890D85A5-EA9F-48C9-B829-38466C615477}" srcId="{5E4DF4BC-532C-45F8-A2C4-A35E0EDA621D}" destId="{99155639-5E41-4566-8AC2-2A56B7C8DA44}" srcOrd="0" destOrd="0" parTransId="{32F4C25F-FBFE-4A1E-9486-153C090FF8C8}" sibTransId="{689605B0-A031-48C6-A4C3-6F9BF06EC933}"/>
    <dgm:cxn modelId="{35BDD3D5-170D-4198-9477-74CDDFC9D680}" srcId="{5E4DF4BC-532C-45F8-A2C4-A35E0EDA621D}" destId="{3E8E98C7-9165-43C4-BD5B-4221B5DCCBEC}" srcOrd="2" destOrd="0" parTransId="{55223DDB-C214-42D2-A3FA-AC1FF0FB7895}" sibTransId="{2FD710BB-54F3-42CA-8A83-69A6523B7D25}"/>
    <dgm:cxn modelId="{DEBA63DB-AC3C-490B-BB1A-3712A872C35D}" srcId="{5E4DF4BC-532C-45F8-A2C4-A35E0EDA621D}" destId="{B8BAD07B-56C5-46B3-B12A-1E91304E8B97}" srcOrd="3" destOrd="0" parTransId="{D4014ADD-BD0A-4372-B666-AE4FC065462E}" sibTransId="{B07C3D28-0A34-40D7-B691-9946D3B080CF}"/>
    <dgm:cxn modelId="{BC693415-47B3-41C1-8691-CAD276357C03}" type="presParOf" srcId="{F080B479-CC9C-4A2C-A358-F9A9355F0F81}" destId="{7EFD9D56-51AC-400F-839A-CCCC12E433E3}" srcOrd="0" destOrd="0" presId="urn:microsoft.com/office/officeart/2018/2/layout/IconVerticalSolidList"/>
    <dgm:cxn modelId="{D8BE3E8E-4296-441E-88DD-1855311F05EF}" type="presParOf" srcId="{7EFD9D56-51AC-400F-839A-CCCC12E433E3}" destId="{648E9E1D-80E7-4B2E-AF45-452386BC0509}" srcOrd="0" destOrd="0" presId="urn:microsoft.com/office/officeart/2018/2/layout/IconVerticalSolidList"/>
    <dgm:cxn modelId="{3E2CDB3D-10AA-4CFC-88C7-EE6B5F276414}" type="presParOf" srcId="{7EFD9D56-51AC-400F-839A-CCCC12E433E3}" destId="{E0A497A2-5D45-48A4-BEAA-62818BCC6C36}" srcOrd="1" destOrd="0" presId="urn:microsoft.com/office/officeart/2018/2/layout/IconVerticalSolidList"/>
    <dgm:cxn modelId="{B43C713E-E878-4182-9DFD-507F189517B2}" type="presParOf" srcId="{7EFD9D56-51AC-400F-839A-CCCC12E433E3}" destId="{B0419292-0698-407B-87D1-C95BCC1A2200}" srcOrd="2" destOrd="0" presId="urn:microsoft.com/office/officeart/2018/2/layout/IconVerticalSolidList"/>
    <dgm:cxn modelId="{073AFC6C-952D-407C-800D-A4F97FB30841}" type="presParOf" srcId="{7EFD9D56-51AC-400F-839A-CCCC12E433E3}" destId="{99C6935B-2081-4662-83A5-230A902A2738}" srcOrd="3" destOrd="0" presId="urn:microsoft.com/office/officeart/2018/2/layout/IconVerticalSolidList"/>
    <dgm:cxn modelId="{FC837519-305E-45C2-B0A9-71CF403EEFD9}" type="presParOf" srcId="{F080B479-CC9C-4A2C-A358-F9A9355F0F81}" destId="{DAFD6785-1328-42E5-B645-A9A53F6F7E79}" srcOrd="1" destOrd="0" presId="urn:microsoft.com/office/officeart/2018/2/layout/IconVerticalSolidList"/>
    <dgm:cxn modelId="{5811DCE4-474D-40E7-A340-B93C6F9C1465}" type="presParOf" srcId="{F080B479-CC9C-4A2C-A358-F9A9355F0F81}" destId="{FE3173D2-B72D-445F-8728-CBBFDE891E70}" srcOrd="2" destOrd="0" presId="urn:microsoft.com/office/officeart/2018/2/layout/IconVerticalSolidList"/>
    <dgm:cxn modelId="{FAD510EC-C1DD-48C2-B778-67E210986334}" type="presParOf" srcId="{FE3173D2-B72D-445F-8728-CBBFDE891E70}" destId="{119E0C8F-3834-4EA7-815B-9B8F5C462834}" srcOrd="0" destOrd="0" presId="urn:microsoft.com/office/officeart/2018/2/layout/IconVerticalSolidList"/>
    <dgm:cxn modelId="{595127C7-EEA7-43A5-A21B-5E3393E76BA8}" type="presParOf" srcId="{FE3173D2-B72D-445F-8728-CBBFDE891E70}" destId="{CC2225A0-871A-446A-8524-D4AD0EFF006B}" srcOrd="1" destOrd="0" presId="urn:microsoft.com/office/officeart/2018/2/layout/IconVerticalSolidList"/>
    <dgm:cxn modelId="{9D094742-08DC-4A8C-A403-23E614962E32}" type="presParOf" srcId="{FE3173D2-B72D-445F-8728-CBBFDE891E70}" destId="{5EFA03A5-4F4C-45E9-B99F-DE1E5418E03D}" srcOrd="2" destOrd="0" presId="urn:microsoft.com/office/officeart/2018/2/layout/IconVerticalSolidList"/>
    <dgm:cxn modelId="{A07C7A7C-0BA2-469F-A0CA-3ECD753C119A}" type="presParOf" srcId="{FE3173D2-B72D-445F-8728-CBBFDE891E70}" destId="{E26443AC-ACB4-4DDA-848D-213A4A177318}" srcOrd="3" destOrd="0" presId="urn:microsoft.com/office/officeart/2018/2/layout/IconVerticalSolidList"/>
    <dgm:cxn modelId="{19D82C3E-0321-4F16-83D8-C38661F993B3}" type="presParOf" srcId="{F080B479-CC9C-4A2C-A358-F9A9355F0F81}" destId="{817C8070-1855-412C-A6F3-4FAD1C684570}" srcOrd="3" destOrd="0" presId="urn:microsoft.com/office/officeart/2018/2/layout/IconVerticalSolidList"/>
    <dgm:cxn modelId="{799B29CB-0F8B-463C-9678-DD8A32EE789A}" type="presParOf" srcId="{F080B479-CC9C-4A2C-A358-F9A9355F0F81}" destId="{9AD9A362-5CD4-4823-A371-D0FDCF1DBA01}" srcOrd="4" destOrd="0" presId="urn:microsoft.com/office/officeart/2018/2/layout/IconVerticalSolidList"/>
    <dgm:cxn modelId="{293E3020-312F-4788-A00C-06367F164A27}" type="presParOf" srcId="{9AD9A362-5CD4-4823-A371-D0FDCF1DBA01}" destId="{25122055-9BA1-498B-A30D-18CBF2596BC8}" srcOrd="0" destOrd="0" presId="urn:microsoft.com/office/officeart/2018/2/layout/IconVerticalSolidList"/>
    <dgm:cxn modelId="{37FA8FD6-61C5-4F36-8881-AF8159B95C8D}" type="presParOf" srcId="{9AD9A362-5CD4-4823-A371-D0FDCF1DBA01}" destId="{97532940-1D41-4A08-8FC7-1F4D3F4F8CA4}" srcOrd="1" destOrd="0" presId="urn:microsoft.com/office/officeart/2018/2/layout/IconVerticalSolidList"/>
    <dgm:cxn modelId="{5D6670D0-B562-4CA3-A4A7-47F4B41574C4}" type="presParOf" srcId="{9AD9A362-5CD4-4823-A371-D0FDCF1DBA01}" destId="{4F3394C6-BB54-46C1-ABE4-5F9391150A57}" srcOrd="2" destOrd="0" presId="urn:microsoft.com/office/officeart/2018/2/layout/IconVerticalSolidList"/>
    <dgm:cxn modelId="{6446F2F6-D6DF-4852-AE67-BC060083165B}" type="presParOf" srcId="{9AD9A362-5CD4-4823-A371-D0FDCF1DBA01}" destId="{B87D0657-652C-47F0-85D7-4FDD55CEB8AC}" srcOrd="3" destOrd="0" presId="urn:microsoft.com/office/officeart/2018/2/layout/IconVerticalSolidList"/>
    <dgm:cxn modelId="{F5EE255C-47F5-4F4E-8C03-E4E7DCB694CF}" type="presParOf" srcId="{F080B479-CC9C-4A2C-A358-F9A9355F0F81}" destId="{3F0B3CF8-D113-4966-ADC1-21A34D603A86}" srcOrd="5" destOrd="0" presId="urn:microsoft.com/office/officeart/2018/2/layout/IconVerticalSolidList"/>
    <dgm:cxn modelId="{37292E2C-8537-495A-B2B0-8D4EB87528D3}" type="presParOf" srcId="{F080B479-CC9C-4A2C-A358-F9A9355F0F81}" destId="{3F19A9CE-21BF-460A-A071-1C73410F1812}" srcOrd="6" destOrd="0" presId="urn:microsoft.com/office/officeart/2018/2/layout/IconVerticalSolidList"/>
    <dgm:cxn modelId="{7D794495-23DE-40C6-B94B-0507419F55C7}" type="presParOf" srcId="{3F19A9CE-21BF-460A-A071-1C73410F1812}" destId="{D7078E26-C4BF-4F62-865A-998838D02BEB}" srcOrd="0" destOrd="0" presId="urn:microsoft.com/office/officeart/2018/2/layout/IconVerticalSolidList"/>
    <dgm:cxn modelId="{929052E9-24E9-4CA6-8E67-FEC63746BAF0}" type="presParOf" srcId="{3F19A9CE-21BF-460A-A071-1C73410F1812}" destId="{501F824F-D826-4F6A-8AD9-576677846C5A}" srcOrd="1" destOrd="0" presId="urn:microsoft.com/office/officeart/2018/2/layout/IconVerticalSolidList"/>
    <dgm:cxn modelId="{A6AE77E9-FFF4-4407-8D13-8EA6F242E3B7}" type="presParOf" srcId="{3F19A9CE-21BF-460A-A071-1C73410F1812}" destId="{F0699CDB-84FA-4A96-8EDC-978C894AF40C}" srcOrd="2" destOrd="0" presId="urn:microsoft.com/office/officeart/2018/2/layout/IconVerticalSolidList"/>
    <dgm:cxn modelId="{A8E63A1C-8E3E-46F4-A4A1-F33F9762389B}" type="presParOf" srcId="{3F19A9CE-21BF-460A-A071-1C73410F1812}" destId="{12B5569B-4D62-405F-8F25-C1646DAB050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4A7E73C-9585-4095-A066-320B0E203A0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E59534D-F911-42E5-907B-64FB8A4153ED}">
      <dgm:prSet/>
      <dgm:spPr/>
      <dgm:t>
        <a:bodyPr/>
        <a:lstStyle/>
        <a:p>
          <a:r>
            <a:rPr lang="en-US"/>
            <a:t>• Establish an API Security Center of Excellence</a:t>
          </a:r>
        </a:p>
      </dgm:t>
    </dgm:pt>
    <dgm:pt modelId="{B81E8A2B-93FD-4957-A481-C728820971B5}" type="parTrans" cxnId="{7F7B6D0C-51E9-41CC-99F1-1CC733F553FE}">
      <dgm:prSet/>
      <dgm:spPr/>
      <dgm:t>
        <a:bodyPr/>
        <a:lstStyle/>
        <a:p>
          <a:endParaRPr lang="en-US"/>
        </a:p>
      </dgm:t>
    </dgm:pt>
    <dgm:pt modelId="{EA036344-964F-44CC-AB7B-975D8334D284}" type="sibTrans" cxnId="{7F7B6D0C-51E9-41CC-99F1-1CC733F553FE}">
      <dgm:prSet/>
      <dgm:spPr/>
      <dgm:t>
        <a:bodyPr/>
        <a:lstStyle/>
        <a:p>
          <a:endParaRPr lang="en-US"/>
        </a:p>
      </dgm:t>
    </dgm:pt>
    <dgm:pt modelId="{2DFEC1B1-BE60-4C1C-B15A-51A0315AA3FC}">
      <dgm:prSet/>
      <dgm:spPr/>
      <dgm:t>
        <a:bodyPr/>
        <a:lstStyle/>
        <a:p>
          <a:r>
            <a:rPr lang="en-US"/>
            <a:t>• Enforce shift‑left security across engineering</a:t>
          </a:r>
        </a:p>
      </dgm:t>
    </dgm:pt>
    <dgm:pt modelId="{7080D792-8E30-4DEA-8AED-873D32596076}" type="parTrans" cxnId="{D69E01D7-F047-4907-A2AE-5975817CBDF2}">
      <dgm:prSet/>
      <dgm:spPr/>
      <dgm:t>
        <a:bodyPr/>
        <a:lstStyle/>
        <a:p>
          <a:endParaRPr lang="en-US"/>
        </a:p>
      </dgm:t>
    </dgm:pt>
    <dgm:pt modelId="{E0C244BD-2A77-4AFF-B21B-A79C129440F5}" type="sibTrans" cxnId="{D69E01D7-F047-4907-A2AE-5975817CBDF2}">
      <dgm:prSet/>
      <dgm:spPr/>
      <dgm:t>
        <a:bodyPr/>
        <a:lstStyle/>
        <a:p>
          <a:endParaRPr lang="en-US"/>
        </a:p>
      </dgm:t>
    </dgm:pt>
    <dgm:pt modelId="{D505FD09-3FBA-4B1D-814E-F63A117C561F}">
      <dgm:prSet/>
      <dgm:spPr/>
      <dgm:t>
        <a:bodyPr/>
        <a:lstStyle/>
        <a:p>
          <a:r>
            <a:rPr lang="en-US"/>
            <a:t>• Deploy API gateways + anomaly detection tools</a:t>
          </a:r>
        </a:p>
      </dgm:t>
    </dgm:pt>
    <dgm:pt modelId="{516D410E-D849-4470-8AFD-C49545D3C30C}" type="parTrans" cxnId="{21D6EE6E-2E46-48B5-A9EB-DC7EAB7DE575}">
      <dgm:prSet/>
      <dgm:spPr/>
      <dgm:t>
        <a:bodyPr/>
        <a:lstStyle/>
        <a:p>
          <a:endParaRPr lang="en-US"/>
        </a:p>
      </dgm:t>
    </dgm:pt>
    <dgm:pt modelId="{1036AA69-5419-463D-9A04-D9CB8219433C}" type="sibTrans" cxnId="{21D6EE6E-2E46-48B5-A9EB-DC7EAB7DE575}">
      <dgm:prSet/>
      <dgm:spPr/>
      <dgm:t>
        <a:bodyPr/>
        <a:lstStyle/>
        <a:p>
          <a:endParaRPr lang="en-US"/>
        </a:p>
      </dgm:t>
    </dgm:pt>
    <dgm:pt modelId="{1C689B00-89A3-4C5D-9814-DA18802C37DD}">
      <dgm:prSet/>
      <dgm:spPr/>
      <dgm:t>
        <a:bodyPr/>
        <a:lstStyle/>
        <a:p>
          <a:r>
            <a:rPr lang="en-US"/>
            <a:t>• Strengthen IR playbooks for API‑based attacks</a:t>
          </a:r>
        </a:p>
      </dgm:t>
    </dgm:pt>
    <dgm:pt modelId="{CC4F8B8C-FE69-4D5D-B59A-7AE1BD19029A}" type="parTrans" cxnId="{6D0A9323-7B6C-4151-884D-AF76D6694E4F}">
      <dgm:prSet/>
      <dgm:spPr/>
      <dgm:t>
        <a:bodyPr/>
        <a:lstStyle/>
        <a:p>
          <a:endParaRPr lang="en-US"/>
        </a:p>
      </dgm:t>
    </dgm:pt>
    <dgm:pt modelId="{A0B2E6AF-B030-4F8F-AB1E-24635559363A}" type="sibTrans" cxnId="{6D0A9323-7B6C-4151-884D-AF76D6694E4F}">
      <dgm:prSet/>
      <dgm:spPr/>
      <dgm:t>
        <a:bodyPr/>
        <a:lstStyle/>
        <a:p>
          <a:endParaRPr lang="en-US"/>
        </a:p>
      </dgm:t>
    </dgm:pt>
    <dgm:pt modelId="{EEC0D71D-93DB-4F02-8C9C-760D9ECCDC59}">
      <dgm:prSet/>
      <dgm:spPr/>
      <dgm:t>
        <a:bodyPr/>
        <a:lstStyle/>
        <a:p>
          <a:r>
            <a:rPr lang="en-US"/>
            <a:t>• Improve third‑party API risk governance</a:t>
          </a:r>
        </a:p>
      </dgm:t>
    </dgm:pt>
    <dgm:pt modelId="{101F3502-DCC6-45D9-9174-9BA244F02254}" type="parTrans" cxnId="{6066D1C4-C489-4C08-A207-5BDFED137B98}">
      <dgm:prSet/>
      <dgm:spPr/>
      <dgm:t>
        <a:bodyPr/>
        <a:lstStyle/>
        <a:p>
          <a:endParaRPr lang="en-US"/>
        </a:p>
      </dgm:t>
    </dgm:pt>
    <dgm:pt modelId="{F27CD50B-961A-4EA1-9D4E-370195FAA06A}" type="sibTrans" cxnId="{6066D1C4-C489-4C08-A207-5BDFED137B98}">
      <dgm:prSet/>
      <dgm:spPr/>
      <dgm:t>
        <a:bodyPr/>
        <a:lstStyle/>
        <a:p>
          <a:endParaRPr lang="en-US"/>
        </a:p>
      </dgm:t>
    </dgm:pt>
    <dgm:pt modelId="{F7E5147E-6E05-4BFB-A450-3B6CB6E791A7}" type="pres">
      <dgm:prSet presAssocID="{64A7E73C-9585-4095-A066-320B0E203A09}" presName="root" presStyleCnt="0">
        <dgm:presLayoutVars>
          <dgm:dir/>
          <dgm:resizeHandles val="exact"/>
        </dgm:presLayoutVars>
      </dgm:prSet>
      <dgm:spPr/>
    </dgm:pt>
    <dgm:pt modelId="{D9F7DBFD-9269-45E2-8D29-5932FBEE068E}" type="pres">
      <dgm:prSet presAssocID="{4E59534D-F911-42E5-907B-64FB8A4153ED}" presName="compNode" presStyleCnt="0"/>
      <dgm:spPr/>
    </dgm:pt>
    <dgm:pt modelId="{58538BC6-C21B-4D73-87FB-E1F962C62DEF}" type="pres">
      <dgm:prSet presAssocID="{4E59534D-F911-42E5-907B-64FB8A4153ED}" presName="bgRect" presStyleLbl="bgShp" presStyleIdx="0" presStyleCnt="5"/>
      <dgm:spPr/>
    </dgm:pt>
    <dgm:pt modelId="{B83654FF-33A5-44F8-9EAD-8D30BF492CC8}" type="pres">
      <dgm:prSet presAssocID="{4E59534D-F911-42E5-907B-64FB8A4153E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563FAA6-FD01-460F-B3B0-1AD22791F370}" type="pres">
      <dgm:prSet presAssocID="{4E59534D-F911-42E5-907B-64FB8A4153ED}" presName="spaceRect" presStyleCnt="0"/>
      <dgm:spPr/>
    </dgm:pt>
    <dgm:pt modelId="{015FFFCD-AE1B-46D1-87C0-03E64F2D4690}" type="pres">
      <dgm:prSet presAssocID="{4E59534D-F911-42E5-907B-64FB8A4153ED}" presName="parTx" presStyleLbl="revTx" presStyleIdx="0" presStyleCnt="5">
        <dgm:presLayoutVars>
          <dgm:chMax val="0"/>
          <dgm:chPref val="0"/>
        </dgm:presLayoutVars>
      </dgm:prSet>
      <dgm:spPr/>
    </dgm:pt>
    <dgm:pt modelId="{9A3C1EC3-05A8-4A4E-8804-4912420741AC}" type="pres">
      <dgm:prSet presAssocID="{EA036344-964F-44CC-AB7B-975D8334D284}" presName="sibTrans" presStyleCnt="0"/>
      <dgm:spPr/>
    </dgm:pt>
    <dgm:pt modelId="{58F42FFE-7EA7-49AF-96E3-9131968F1107}" type="pres">
      <dgm:prSet presAssocID="{2DFEC1B1-BE60-4C1C-B15A-51A0315AA3FC}" presName="compNode" presStyleCnt="0"/>
      <dgm:spPr/>
    </dgm:pt>
    <dgm:pt modelId="{64A45386-C2ED-41E8-9708-83A4C809E62A}" type="pres">
      <dgm:prSet presAssocID="{2DFEC1B1-BE60-4C1C-B15A-51A0315AA3FC}" presName="bgRect" presStyleLbl="bgShp" presStyleIdx="1" presStyleCnt="5"/>
      <dgm:spPr/>
    </dgm:pt>
    <dgm:pt modelId="{1D25FB98-9251-4F69-A47C-176157EF23B9}" type="pres">
      <dgm:prSet presAssocID="{2DFEC1B1-BE60-4C1C-B15A-51A0315AA3F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struction Worker"/>
        </a:ext>
      </dgm:extLst>
    </dgm:pt>
    <dgm:pt modelId="{471A9961-CE31-4DB8-8E96-3D747C8B02FC}" type="pres">
      <dgm:prSet presAssocID="{2DFEC1B1-BE60-4C1C-B15A-51A0315AA3FC}" presName="spaceRect" presStyleCnt="0"/>
      <dgm:spPr/>
    </dgm:pt>
    <dgm:pt modelId="{990A0FF4-5C87-415F-BE02-389BE97335BA}" type="pres">
      <dgm:prSet presAssocID="{2DFEC1B1-BE60-4C1C-B15A-51A0315AA3FC}" presName="parTx" presStyleLbl="revTx" presStyleIdx="1" presStyleCnt="5">
        <dgm:presLayoutVars>
          <dgm:chMax val="0"/>
          <dgm:chPref val="0"/>
        </dgm:presLayoutVars>
      </dgm:prSet>
      <dgm:spPr/>
    </dgm:pt>
    <dgm:pt modelId="{4E13ACCE-0B69-4829-A222-6D181A187EBC}" type="pres">
      <dgm:prSet presAssocID="{E0C244BD-2A77-4AFF-B21B-A79C129440F5}" presName="sibTrans" presStyleCnt="0"/>
      <dgm:spPr/>
    </dgm:pt>
    <dgm:pt modelId="{44BC00CC-B0CA-4B8E-89C2-B873742EB32D}" type="pres">
      <dgm:prSet presAssocID="{D505FD09-3FBA-4B1D-814E-F63A117C561F}" presName="compNode" presStyleCnt="0"/>
      <dgm:spPr/>
    </dgm:pt>
    <dgm:pt modelId="{A1FA19BF-C86B-4D51-9FAF-A04219891090}" type="pres">
      <dgm:prSet presAssocID="{D505FD09-3FBA-4B1D-814E-F63A117C561F}" presName="bgRect" presStyleLbl="bgShp" presStyleIdx="2" presStyleCnt="5"/>
      <dgm:spPr/>
    </dgm:pt>
    <dgm:pt modelId="{4E41903C-5899-4B05-BBE0-7FA3371CCD6A}" type="pres">
      <dgm:prSet presAssocID="{D505FD09-3FBA-4B1D-814E-F63A117C561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4AC66FA-C308-4467-86C7-AB2465F40D3E}" type="pres">
      <dgm:prSet presAssocID="{D505FD09-3FBA-4B1D-814E-F63A117C561F}" presName="spaceRect" presStyleCnt="0"/>
      <dgm:spPr/>
    </dgm:pt>
    <dgm:pt modelId="{6D25E469-C3EF-4278-B44B-1F988D51D32A}" type="pres">
      <dgm:prSet presAssocID="{D505FD09-3FBA-4B1D-814E-F63A117C561F}" presName="parTx" presStyleLbl="revTx" presStyleIdx="2" presStyleCnt="5">
        <dgm:presLayoutVars>
          <dgm:chMax val="0"/>
          <dgm:chPref val="0"/>
        </dgm:presLayoutVars>
      </dgm:prSet>
      <dgm:spPr/>
    </dgm:pt>
    <dgm:pt modelId="{F296B80B-4419-45AB-B15C-32D221F641F2}" type="pres">
      <dgm:prSet presAssocID="{1036AA69-5419-463D-9A04-D9CB8219433C}" presName="sibTrans" presStyleCnt="0"/>
      <dgm:spPr/>
    </dgm:pt>
    <dgm:pt modelId="{5FF7762E-B826-4BE5-86F9-BB9C50810F2A}" type="pres">
      <dgm:prSet presAssocID="{1C689B00-89A3-4C5D-9814-DA18802C37DD}" presName="compNode" presStyleCnt="0"/>
      <dgm:spPr/>
    </dgm:pt>
    <dgm:pt modelId="{913F3F34-EF80-4864-98F4-B6A92B813661}" type="pres">
      <dgm:prSet presAssocID="{1C689B00-89A3-4C5D-9814-DA18802C37DD}" presName="bgRect" presStyleLbl="bgShp" presStyleIdx="3" presStyleCnt="5"/>
      <dgm:spPr/>
    </dgm:pt>
    <dgm:pt modelId="{B077E144-50E3-4931-B060-C78DAD32DA2D}" type="pres">
      <dgm:prSet presAssocID="{1C689B00-89A3-4C5D-9814-DA18802C37D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D331ABDB-801F-456F-9CA9-554137D6F78C}" type="pres">
      <dgm:prSet presAssocID="{1C689B00-89A3-4C5D-9814-DA18802C37DD}" presName="spaceRect" presStyleCnt="0"/>
      <dgm:spPr/>
    </dgm:pt>
    <dgm:pt modelId="{54DCE8F0-D279-466B-992E-5B41F6629B12}" type="pres">
      <dgm:prSet presAssocID="{1C689B00-89A3-4C5D-9814-DA18802C37DD}" presName="parTx" presStyleLbl="revTx" presStyleIdx="3" presStyleCnt="5">
        <dgm:presLayoutVars>
          <dgm:chMax val="0"/>
          <dgm:chPref val="0"/>
        </dgm:presLayoutVars>
      </dgm:prSet>
      <dgm:spPr/>
    </dgm:pt>
    <dgm:pt modelId="{26F97BE7-EF2A-4627-9988-81514D2E07C0}" type="pres">
      <dgm:prSet presAssocID="{A0B2E6AF-B030-4F8F-AB1E-24635559363A}" presName="sibTrans" presStyleCnt="0"/>
      <dgm:spPr/>
    </dgm:pt>
    <dgm:pt modelId="{D5104044-1B18-4305-B961-6937A8D379FF}" type="pres">
      <dgm:prSet presAssocID="{EEC0D71D-93DB-4F02-8C9C-760D9ECCDC59}" presName="compNode" presStyleCnt="0"/>
      <dgm:spPr/>
    </dgm:pt>
    <dgm:pt modelId="{47DDE87A-8344-431B-91D1-F4E2F26E64D3}" type="pres">
      <dgm:prSet presAssocID="{EEC0D71D-93DB-4F02-8C9C-760D9ECCDC59}" presName="bgRect" presStyleLbl="bgShp" presStyleIdx="4" presStyleCnt="5"/>
      <dgm:spPr/>
    </dgm:pt>
    <dgm:pt modelId="{0F77DF26-71CB-4FDC-AFE5-8CE715A10EBF}" type="pres">
      <dgm:prSet presAssocID="{EEC0D71D-93DB-4F02-8C9C-760D9ECCDC5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C5DD3E5-5488-46D5-BC9A-9702ED87C3C1}" type="pres">
      <dgm:prSet presAssocID="{EEC0D71D-93DB-4F02-8C9C-760D9ECCDC59}" presName="spaceRect" presStyleCnt="0"/>
      <dgm:spPr/>
    </dgm:pt>
    <dgm:pt modelId="{A7AF69D4-82EB-43B6-A42A-C4581C3E5994}" type="pres">
      <dgm:prSet presAssocID="{EEC0D71D-93DB-4F02-8C9C-760D9ECCDC5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8B0D907-63E5-4FA3-AC06-3C7F291E818C}" type="presOf" srcId="{64A7E73C-9585-4095-A066-320B0E203A09}" destId="{F7E5147E-6E05-4BFB-A450-3B6CB6E791A7}" srcOrd="0" destOrd="0" presId="urn:microsoft.com/office/officeart/2018/2/layout/IconVerticalSolidList"/>
    <dgm:cxn modelId="{7F7B6D0C-51E9-41CC-99F1-1CC733F553FE}" srcId="{64A7E73C-9585-4095-A066-320B0E203A09}" destId="{4E59534D-F911-42E5-907B-64FB8A4153ED}" srcOrd="0" destOrd="0" parTransId="{B81E8A2B-93FD-4957-A481-C728820971B5}" sibTransId="{EA036344-964F-44CC-AB7B-975D8334D284}"/>
    <dgm:cxn modelId="{6D0A9323-7B6C-4151-884D-AF76D6694E4F}" srcId="{64A7E73C-9585-4095-A066-320B0E203A09}" destId="{1C689B00-89A3-4C5D-9814-DA18802C37DD}" srcOrd="3" destOrd="0" parTransId="{CC4F8B8C-FE69-4D5D-B59A-7AE1BD19029A}" sibTransId="{A0B2E6AF-B030-4F8F-AB1E-24635559363A}"/>
    <dgm:cxn modelId="{21D6EE6E-2E46-48B5-A9EB-DC7EAB7DE575}" srcId="{64A7E73C-9585-4095-A066-320B0E203A09}" destId="{D505FD09-3FBA-4B1D-814E-F63A117C561F}" srcOrd="2" destOrd="0" parTransId="{516D410E-D849-4470-8AFD-C49545D3C30C}" sibTransId="{1036AA69-5419-463D-9A04-D9CB8219433C}"/>
    <dgm:cxn modelId="{6066D1C4-C489-4C08-A207-5BDFED137B98}" srcId="{64A7E73C-9585-4095-A066-320B0E203A09}" destId="{EEC0D71D-93DB-4F02-8C9C-760D9ECCDC59}" srcOrd="4" destOrd="0" parTransId="{101F3502-DCC6-45D9-9174-9BA244F02254}" sibTransId="{F27CD50B-961A-4EA1-9D4E-370195FAA06A}"/>
    <dgm:cxn modelId="{D69E01D7-F047-4907-A2AE-5975817CBDF2}" srcId="{64A7E73C-9585-4095-A066-320B0E203A09}" destId="{2DFEC1B1-BE60-4C1C-B15A-51A0315AA3FC}" srcOrd="1" destOrd="0" parTransId="{7080D792-8E30-4DEA-8AED-873D32596076}" sibTransId="{E0C244BD-2A77-4AFF-B21B-A79C129440F5}"/>
    <dgm:cxn modelId="{D08E19E6-44C6-4F18-9DB0-0C6AA46FFC53}" type="presOf" srcId="{1C689B00-89A3-4C5D-9814-DA18802C37DD}" destId="{54DCE8F0-D279-466B-992E-5B41F6629B12}" srcOrd="0" destOrd="0" presId="urn:microsoft.com/office/officeart/2018/2/layout/IconVerticalSolidList"/>
    <dgm:cxn modelId="{D55367E8-B04E-47BB-A9F3-313FF70C7BFB}" type="presOf" srcId="{4E59534D-F911-42E5-907B-64FB8A4153ED}" destId="{015FFFCD-AE1B-46D1-87C0-03E64F2D4690}" srcOrd="0" destOrd="0" presId="urn:microsoft.com/office/officeart/2018/2/layout/IconVerticalSolidList"/>
    <dgm:cxn modelId="{4A5CCBE9-7553-4B66-9BE2-C42E89C21F9B}" type="presOf" srcId="{D505FD09-3FBA-4B1D-814E-F63A117C561F}" destId="{6D25E469-C3EF-4278-B44B-1F988D51D32A}" srcOrd="0" destOrd="0" presId="urn:microsoft.com/office/officeart/2018/2/layout/IconVerticalSolidList"/>
    <dgm:cxn modelId="{87B716F4-9BD4-475F-A8EC-150F85502417}" type="presOf" srcId="{2DFEC1B1-BE60-4C1C-B15A-51A0315AA3FC}" destId="{990A0FF4-5C87-415F-BE02-389BE97335BA}" srcOrd="0" destOrd="0" presId="urn:microsoft.com/office/officeart/2018/2/layout/IconVerticalSolidList"/>
    <dgm:cxn modelId="{0687E3F8-CF02-4F23-9310-41E0BDEA7703}" type="presOf" srcId="{EEC0D71D-93DB-4F02-8C9C-760D9ECCDC59}" destId="{A7AF69D4-82EB-43B6-A42A-C4581C3E5994}" srcOrd="0" destOrd="0" presId="urn:microsoft.com/office/officeart/2018/2/layout/IconVerticalSolidList"/>
    <dgm:cxn modelId="{BB2F0369-1747-435A-AE64-EBEEA1D1547F}" type="presParOf" srcId="{F7E5147E-6E05-4BFB-A450-3B6CB6E791A7}" destId="{D9F7DBFD-9269-45E2-8D29-5932FBEE068E}" srcOrd="0" destOrd="0" presId="urn:microsoft.com/office/officeart/2018/2/layout/IconVerticalSolidList"/>
    <dgm:cxn modelId="{DABD1EA3-D20B-4F97-8CD9-5E47176EC523}" type="presParOf" srcId="{D9F7DBFD-9269-45E2-8D29-5932FBEE068E}" destId="{58538BC6-C21B-4D73-87FB-E1F962C62DEF}" srcOrd="0" destOrd="0" presId="urn:microsoft.com/office/officeart/2018/2/layout/IconVerticalSolidList"/>
    <dgm:cxn modelId="{E1193E08-20CB-49EC-A7E8-E6F3B591A374}" type="presParOf" srcId="{D9F7DBFD-9269-45E2-8D29-5932FBEE068E}" destId="{B83654FF-33A5-44F8-9EAD-8D30BF492CC8}" srcOrd="1" destOrd="0" presId="urn:microsoft.com/office/officeart/2018/2/layout/IconVerticalSolidList"/>
    <dgm:cxn modelId="{C18D499F-7851-43CB-8FFC-7F8A48841C22}" type="presParOf" srcId="{D9F7DBFD-9269-45E2-8D29-5932FBEE068E}" destId="{2563FAA6-FD01-460F-B3B0-1AD22791F370}" srcOrd="2" destOrd="0" presId="urn:microsoft.com/office/officeart/2018/2/layout/IconVerticalSolidList"/>
    <dgm:cxn modelId="{52CD6296-CF89-4BBF-B08D-0FE0084D3B15}" type="presParOf" srcId="{D9F7DBFD-9269-45E2-8D29-5932FBEE068E}" destId="{015FFFCD-AE1B-46D1-87C0-03E64F2D4690}" srcOrd="3" destOrd="0" presId="urn:microsoft.com/office/officeart/2018/2/layout/IconVerticalSolidList"/>
    <dgm:cxn modelId="{2C4C487E-3E8D-4AC6-8F1B-00DA1447EB36}" type="presParOf" srcId="{F7E5147E-6E05-4BFB-A450-3B6CB6E791A7}" destId="{9A3C1EC3-05A8-4A4E-8804-4912420741AC}" srcOrd="1" destOrd="0" presId="urn:microsoft.com/office/officeart/2018/2/layout/IconVerticalSolidList"/>
    <dgm:cxn modelId="{3F636687-42C6-4026-9A03-1B3D2363EF5C}" type="presParOf" srcId="{F7E5147E-6E05-4BFB-A450-3B6CB6E791A7}" destId="{58F42FFE-7EA7-49AF-96E3-9131968F1107}" srcOrd="2" destOrd="0" presId="urn:microsoft.com/office/officeart/2018/2/layout/IconVerticalSolidList"/>
    <dgm:cxn modelId="{2AAFCC87-A369-4982-9310-57F9D01844B5}" type="presParOf" srcId="{58F42FFE-7EA7-49AF-96E3-9131968F1107}" destId="{64A45386-C2ED-41E8-9708-83A4C809E62A}" srcOrd="0" destOrd="0" presId="urn:microsoft.com/office/officeart/2018/2/layout/IconVerticalSolidList"/>
    <dgm:cxn modelId="{BFF3AA28-53B0-4462-8878-44663C2BF4B8}" type="presParOf" srcId="{58F42FFE-7EA7-49AF-96E3-9131968F1107}" destId="{1D25FB98-9251-4F69-A47C-176157EF23B9}" srcOrd="1" destOrd="0" presId="urn:microsoft.com/office/officeart/2018/2/layout/IconVerticalSolidList"/>
    <dgm:cxn modelId="{D870F281-3898-4431-B9F7-D17A7E27F5A5}" type="presParOf" srcId="{58F42FFE-7EA7-49AF-96E3-9131968F1107}" destId="{471A9961-CE31-4DB8-8E96-3D747C8B02FC}" srcOrd="2" destOrd="0" presId="urn:microsoft.com/office/officeart/2018/2/layout/IconVerticalSolidList"/>
    <dgm:cxn modelId="{D9D55D64-E067-45B1-8407-21FB1E16FDAD}" type="presParOf" srcId="{58F42FFE-7EA7-49AF-96E3-9131968F1107}" destId="{990A0FF4-5C87-415F-BE02-389BE97335BA}" srcOrd="3" destOrd="0" presId="urn:microsoft.com/office/officeart/2018/2/layout/IconVerticalSolidList"/>
    <dgm:cxn modelId="{9E731187-6C38-471A-A5E9-672C7D778728}" type="presParOf" srcId="{F7E5147E-6E05-4BFB-A450-3B6CB6E791A7}" destId="{4E13ACCE-0B69-4829-A222-6D181A187EBC}" srcOrd="3" destOrd="0" presId="urn:microsoft.com/office/officeart/2018/2/layout/IconVerticalSolidList"/>
    <dgm:cxn modelId="{CB063236-EDEC-4242-88F2-A9EEEB88D31D}" type="presParOf" srcId="{F7E5147E-6E05-4BFB-A450-3B6CB6E791A7}" destId="{44BC00CC-B0CA-4B8E-89C2-B873742EB32D}" srcOrd="4" destOrd="0" presId="urn:microsoft.com/office/officeart/2018/2/layout/IconVerticalSolidList"/>
    <dgm:cxn modelId="{A7886DDF-1BBF-43F4-918D-AF3717D68965}" type="presParOf" srcId="{44BC00CC-B0CA-4B8E-89C2-B873742EB32D}" destId="{A1FA19BF-C86B-4D51-9FAF-A04219891090}" srcOrd="0" destOrd="0" presId="urn:microsoft.com/office/officeart/2018/2/layout/IconVerticalSolidList"/>
    <dgm:cxn modelId="{5ECB342B-E091-4E09-B56D-1158E4E07B85}" type="presParOf" srcId="{44BC00CC-B0CA-4B8E-89C2-B873742EB32D}" destId="{4E41903C-5899-4B05-BBE0-7FA3371CCD6A}" srcOrd="1" destOrd="0" presId="urn:microsoft.com/office/officeart/2018/2/layout/IconVerticalSolidList"/>
    <dgm:cxn modelId="{B6F212F7-8BE7-4ACA-BD5B-40020D0D9450}" type="presParOf" srcId="{44BC00CC-B0CA-4B8E-89C2-B873742EB32D}" destId="{04AC66FA-C308-4467-86C7-AB2465F40D3E}" srcOrd="2" destOrd="0" presId="urn:microsoft.com/office/officeart/2018/2/layout/IconVerticalSolidList"/>
    <dgm:cxn modelId="{A31C3F42-152E-4022-A0A4-7D71DC98AA1D}" type="presParOf" srcId="{44BC00CC-B0CA-4B8E-89C2-B873742EB32D}" destId="{6D25E469-C3EF-4278-B44B-1F988D51D32A}" srcOrd="3" destOrd="0" presId="urn:microsoft.com/office/officeart/2018/2/layout/IconVerticalSolidList"/>
    <dgm:cxn modelId="{5FE1B585-8326-4274-9210-AE54E7BE637A}" type="presParOf" srcId="{F7E5147E-6E05-4BFB-A450-3B6CB6E791A7}" destId="{F296B80B-4419-45AB-B15C-32D221F641F2}" srcOrd="5" destOrd="0" presId="urn:microsoft.com/office/officeart/2018/2/layout/IconVerticalSolidList"/>
    <dgm:cxn modelId="{181F93A4-7570-4A16-9612-1D58D45966EA}" type="presParOf" srcId="{F7E5147E-6E05-4BFB-A450-3B6CB6E791A7}" destId="{5FF7762E-B826-4BE5-86F9-BB9C50810F2A}" srcOrd="6" destOrd="0" presId="urn:microsoft.com/office/officeart/2018/2/layout/IconVerticalSolidList"/>
    <dgm:cxn modelId="{C2EDEE78-BE0A-4D81-A759-1BA03524CD7D}" type="presParOf" srcId="{5FF7762E-B826-4BE5-86F9-BB9C50810F2A}" destId="{913F3F34-EF80-4864-98F4-B6A92B813661}" srcOrd="0" destOrd="0" presId="urn:microsoft.com/office/officeart/2018/2/layout/IconVerticalSolidList"/>
    <dgm:cxn modelId="{67DD1683-BA6E-44A0-B221-AB3EC5F1C145}" type="presParOf" srcId="{5FF7762E-B826-4BE5-86F9-BB9C50810F2A}" destId="{B077E144-50E3-4931-B060-C78DAD32DA2D}" srcOrd="1" destOrd="0" presId="urn:microsoft.com/office/officeart/2018/2/layout/IconVerticalSolidList"/>
    <dgm:cxn modelId="{D7AFF029-7256-4450-871E-595427F84488}" type="presParOf" srcId="{5FF7762E-B826-4BE5-86F9-BB9C50810F2A}" destId="{D331ABDB-801F-456F-9CA9-554137D6F78C}" srcOrd="2" destOrd="0" presId="urn:microsoft.com/office/officeart/2018/2/layout/IconVerticalSolidList"/>
    <dgm:cxn modelId="{D5E014DD-ACE4-4946-B126-B0A00061D798}" type="presParOf" srcId="{5FF7762E-B826-4BE5-86F9-BB9C50810F2A}" destId="{54DCE8F0-D279-466B-992E-5B41F6629B12}" srcOrd="3" destOrd="0" presId="urn:microsoft.com/office/officeart/2018/2/layout/IconVerticalSolidList"/>
    <dgm:cxn modelId="{56A7EA7D-F7CC-480D-B225-06E469979832}" type="presParOf" srcId="{F7E5147E-6E05-4BFB-A450-3B6CB6E791A7}" destId="{26F97BE7-EF2A-4627-9988-81514D2E07C0}" srcOrd="7" destOrd="0" presId="urn:microsoft.com/office/officeart/2018/2/layout/IconVerticalSolidList"/>
    <dgm:cxn modelId="{35CE8694-FD08-445B-A0D4-F4004372F9FB}" type="presParOf" srcId="{F7E5147E-6E05-4BFB-A450-3B6CB6E791A7}" destId="{D5104044-1B18-4305-B961-6937A8D379FF}" srcOrd="8" destOrd="0" presId="urn:microsoft.com/office/officeart/2018/2/layout/IconVerticalSolidList"/>
    <dgm:cxn modelId="{5A98423F-91B7-47F9-8AF4-F1B4C52BC8DA}" type="presParOf" srcId="{D5104044-1B18-4305-B961-6937A8D379FF}" destId="{47DDE87A-8344-431B-91D1-F4E2F26E64D3}" srcOrd="0" destOrd="0" presId="urn:microsoft.com/office/officeart/2018/2/layout/IconVerticalSolidList"/>
    <dgm:cxn modelId="{FBFDBCCC-9016-4AD8-B411-56144515D0F4}" type="presParOf" srcId="{D5104044-1B18-4305-B961-6937A8D379FF}" destId="{0F77DF26-71CB-4FDC-AFE5-8CE715A10EBF}" srcOrd="1" destOrd="0" presId="urn:microsoft.com/office/officeart/2018/2/layout/IconVerticalSolidList"/>
    <dgm:cxn modelId="{82D0BC4F-C4A5-47A2-AB10-34311E213746}" type="presParOf" srcId="{D5104044-1B18-4305-B961-6937A8D379FF}" destId="{EC5DD3E5-5488-46D5-BC9A-9702ED87C3C1}" srcOrd="2" destOrd="0" presId="urn:microsoft.com/office/officeart/2018/2/layout/IconVerticalSolidList"/>
    <dgm:cxn modelId="{9DA6E471-EB73-45ED-9349-4CBE3A64530D}" type="presParOf" srcId="{D5104044-1B18-4305-B961-6937A8D379FF}" destId="{A7AF69D4-82EB-43B6-A42A-C4581C3E599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656429-BB79-4120-AB9A-5E85DC61B957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23BF08-9C07-4752-B735-C0ACE7E0EBE7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F7E6C9-E131-4B15-88DC-F22A82D09F40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Major breach disclosed July 2024</a:t>
          </a:r>
        </a:p>
      </dsp:txBody>
      <dsp:txXfrm>
        <a:off x="1428292" y="2439"/>
        <a:ext cx="3297908" cy="1236616"/>
      </dsp:txXfrm>
    </dsp:sp>
    <dsp:sp modelId="{6B2FCC6E-2B17-4B69-8FB1-3B07CE8B6D9B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0AD3BE-EF27-4E0F-B03C-B128C01C31EA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CE73D9-F493-4DBB-A779-FA8CDBCD9D7F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Root cause: Unsecured, unauthenticated API endpoint</a:t>
          </a:r>
        </a:p>
      </dsp:txBody>
      <dsp:txXfrm>
        <a:off x="1428292" y="1548210"/>
        <a:ext cx="3297908" cy="1236616"/>
      </dsp:txXfrm>
    </dsp:sp>
    <dsp:sp modelId="{0EFE8114-BB1C-469E-B381-13BA54B23626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AD7506-1B98-418A-B400-77CE0A9DFE93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8EDFFF-629D-429A-864B-884FA52C0551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33M+ phone numbers &amp; metadata exposed</a:t>
          </a:r>
        </a:p>
      </dsp:txBody>
      <dsp:txXfrm>
        <a:off x="1428292" y="3093981"/>
        <a:ext cx="3297908" cy="1236616"/>
      </dsp:txXfrm>
    </dsp:sp>
    <dsp:sp modelId="{39708469-321D-482B-90B4-D7B4DEF9206F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63CAF2-AB76-4DE4-9CC9-54F6ED6C1204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F203E4-BE54-480C-B103-000B21ADCF3D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High business impact despite medium CVSS severity</a:t>
          </a:r>
        </a:p>
      </dsp:txBody>
      <dsp:txXfrm>
        <a:off x="1428292" y="4639752"/>
        <a:ext cx="3297908" cy="12366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7608EF-9A54-4947-A083-04F451CCB26F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9E622B-CBF7-4958-913F-0AF4B7BD7E38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FF19FE-C56C-4984-8879-DAA19F724287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1. Unauthenticated API endpoint</a:t>
          </a:r>
        </a:p>
      </dsp:txBody>
      <dsp:txXfrm>
        <a:off x="1939533" y="717"/>
        <a:ext cx="2786667" cy="1679249"/>
      </dsp:txXfrm>
    </dsp:sp>
    <dsp:sp modelId="{932D4B44-ED30-41A1-B3A8-5C7245E098BC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37BFC6-5432-482A-B2DA-07C4FCDB67E5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35ED5F-505B-47CA-B366-B8C5522C1566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2. No rate limiting or abuse protection</a:t>
          </a:r>
        </a:p>
      </dsp:txBody>
      <dsp:txXfrm>
        <a:off x="1939533" y="2099779"/>
        <a:ext cx="2786667" cy="1679249"/>
      </dsp:txXfrm>
    </dsp:sp>
    <dsp:sp modelId="{6AB4A255-4324-47ED-9E8F-31DA574DA565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587275-FC93-47B1-AFCE-15792FCFE0B1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2F6D64-8BE8-4AD2-996F-40F2DB4424E0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3. Sensitive metadata exposure (IDs, statuses, device counts)</a:t>
          </a:r>
        </a:p>
      </dsp:txBody>
      <dsp:txXfrm>
        <a:off x="1939533" y="4198841"/>
        <a:ext cx="2786667" cy="16792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C4078B-995F-034B-B550-72961B98A5AF}">
      <dsp:nvSpPr>
        <dsp:cNvPr id="0" name=""/>
        <dsp:cNvSpPr/>
      </dsp:nvSpPr>
      <dsp:spPr>
        <a:xfrm>
          <a:off x="0" y="423004"/>
          <a:ext cx="4726201" cy="1193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ShinyHunters enumerated Authy users at scale</a:t>
          </a:r>
        </a:p>
      </dsp:txBody>
      <dsp:txXfrm>
        <a:off x="58257" y="481261"/>
        <a:ext cx="4609687" cy="1076886"/>
      </dsp:txXfrm>
    </dsp:sp>
    <dsp:sp modelId="{B6775289-5E69-BD48-9761-54479C9F9139}">
      <dsp:nvSpPr>
        <dsp:cNvPr id="0" name=""/>
        <dsp:cNvSpPr/>
      </dsp:nvSpPr>
      <dsp:spPr>
        <a:xfrm>
          <a:off x="0" y="1702804"/>
          <a:ext cx="4726201" cy="1193400"/>
        </a:xfrm>
        <a:prstGeom prst="round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Automated API queries → massive data extraction</a:t>
          </a:r>
        </a:p>
      </dsp:txBody>
      <dsp:txXfrm>
        <a:off x="58257" y="1761061"/>
        <a:ext cx="4609687" cy="1076886"/>
      </dsp:txXfrm>
    </dsp:sp>
    <dsp:sp modelId="{0C425818-CCD5-B449-9013-018093776027}">
      <dsp:nvSpPr>
        <dsp:cNvPr id="0" name=""/>
        <dsp:cNvSpPr/>
      </dsp:nvSpPr>
      <dsp:spPr>
        <a:xfrm>
          <a:off x="0" y="2982604"/>
          <a:ext cx="4726201" cy="119340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Enables phishing, smishing, social engineering</a:t>
          </a:r>
        </a:p>
      </dsp:txBody>
      <dsp:txXfrm>
        <a:off x="58257" y="3040861"/>
        <a:ext cx="4609687" cy="1076886"/>
      </dsp:txXfrm>
    </dsp:sp>
    <dsp:sp modelId="{D524A570-A887-F846-B7E4-9483E317EA7D}">
      <dsp:nvSpPr>
        <dsp:cNvPr id="0" name=""/>
        <dsp:cNvSpPr/>
      </dsp:nvSpPr>
      <dsp:spPr>
        <a:xfrm>
          <a:off x="0" y="4262404"/>
          <a:ext cx="4726201" cy="1193400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• Reputational + regulatory risk (GDPR/CCPA)</a:t>
          </a:r>
        </a:p>
      </dsp:txBody>
      <dsp:txXfrm>
        <a:off x="58257" y="4320661"/>
        <a:ext cx="4609687" cy="10768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8E9E1D-80E7-4B2E-AF45-452386BC0509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A497A2-5D45-48A4-BEAA-62818BCC6C36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6935B-2081-4662-83A5-230A902A2738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Add strict API authentication + authorization</a:t>
          </a:r>
        </a:p>
      </dsp:txBody>
      <dsp:txXfrm>
        <a:off x="1428292" y="2439"/>
        <a:ext cx="3297908" cy="1236616"/>
      </dsp:txXfrm>
    </dsp:sp>
    <dsp:sp modelId="{119E0C8F-3834-4EA7-815B-9B8F5C462834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2225A0-871A-446A-8524-D4AD0EFF006B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6443AC-ACB4-4DDA-848D-213A4A177318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Implement aggressive rate limiting &amp; bot detection</a:t>
          </a:r>
        </a:p>
      </dsp:txBody>
      <dsp:txXfrm>
        <a:off x="1428292" y="1548210"/>
        <a:ext cx="3297908" cy="1236616"/>
      </dsp:txXfrm>
    </dsp:sp>
    <dsp:sp modelId="{25122055-9BA1-498B-A30D-18CBF2596BC8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532940-1D41-4A08-8FC7-1F4D3F4F8CA4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7D0657-652C-47F0-85D7-4FDD55CEB8AC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Apply data minimization + metadata protection</a:t>
          </a:r>
        </a:p>
      </dsp:txBody>
      <dsp:txXfrm>
        <a:off x="1428292" y="3093981"/>
        <a:ext cx="3297908" cy="1236616"/>
      </dsp:txXfrm>
    </dsp:sp>
    <dsp:sp modelId="{D7078E26-C4BF-4F62-865A-998838D02BEB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1F824F-D826-4F6A-8AD9-576677846C5A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5569B-4D62-405F-8F25-C1646DAB050F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Continuous monitoring &amp; API posture scanning</a:t>
          </a:r>
        </a:p>
      </dsp:txBody>
      <dsp:txXfrm>
        <a:off x="1428292" y="4639752"/>
        <a:ext cx="3297908" cy="12366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538BC6-C21B-4D73-87FB-E1F962C62DEF}">
      <dsp:nvSpPr>
        <dsp:cNvPr id="0" name=""/>
        <dsp:cNvSpPr/>
      </dsp:nvSpPr>
      <dsp:spPr>
        <a:xfrm>
          <a:off x="0" y="4592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3654FF-33A5-44F8-9EAD-8D30BF492CC8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5FFFCD-AE1B-46D1-87C0-03E64F2D4690}">
      <dsp:nvSpPr>
        <dsp:cNvPr id="0" name=""/>
        <dsp:cNvSpPr/>
      </dsp:nvSpPr>
      <dsp:spPr>
        <a:xfrm>
          <a:off x="1129902" y="4592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Establish an API Security Center of Excellence</a:t>
          </a:r>
        </a:p>
      </dsp:txBody>
      <dsp:txXfrm>
        <a:off x="1129902" y="4592"/>
        <a:ext cx="3596298" cy="978270"/>
      </dsp:txXfrm>
    </dsp:sp>
    <dsp:sp modelId="{64A45386-C2ED-41E8-9708-83A4C809E62A}">
      <dsp:nvSpPr>
        <dsp:cNvPr id="0" name=""/>
        <dsp:cNvSpPr/>
      </dsp:nvSpPr>
      <dsp:spPr>
        <a:xfrm>
          <a:off x="0" y="1227431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25FB98-9251-4F69-A47C-176157EF23B9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0A0FF4-5C87-415F-BE02-389BE97335BA}">
      <dsp:nvSpPr>
        <dsp:cNvPr id="0" name=""/>
        <dsp:cNvSpPr/>
      </dsp:nvSpPr>
      <dsp:spPr>
        <a:xfrm>
          <a:off x="1129902" y="1227431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Enforce shift‑left security across engineering</a:t>
          </a:r>
        </a:p>
      </dsp:txBody>
      <dsp:txXfrm>
        <a:off x="1129902" y="1227431"/>
        <a:ext cx="3596298" cy="978270"/>
      </dsp:txXfrm>
    </dsp:sp>
    <dsp:sp modelId="{A1FA19BF-C86B-4D51-9FAF-A04219891090}">
      <dsp:nvSpPr>
        <dsp:cNvPr id="0" name=""/>
        <dsp:cNvSpPr/>
      </dsp:nvSpPr>
      <dsp:spPr>
        <a:xfrm>
          <a:off x="0" y="2450269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41903C-5899-4B05-BBE0-7FA3371CCD6A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25E469-C3EF-4278-B44B-1F988D51D32A}">
      <dsp:nvSpPr>
        <dsp:cNvPr id="0" name=""/>
        <dsp:cNvSpPr/>
      </dsp:nvSpPr>
      <dsp:spPr>
        <a:xfrm>
          <a:off x="1129902" y="2450269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Deploy API gateways + anomaly detection tools</a:t>
          </a:r>
        </a:p>
      </dsp:txBody>
      <dsp:txXfrm>
        <a:off x="1129902" y="2450269"/>
        <a:ext cx="3596298" cy="978270"/>
      </dsp:txXfrm>
    </dsp:sp>
    <dsp:sp modelId="{913F3F34-EF80-4864-98F4-B6A92B813661}">
      <dsp:nvSpPr>
        <dsp:cNvPr id="0" name=""/>
        <dsp:cNvSpPr/>
      </dsp:nvSpPr>
      <dsp:spPr>
        <a:xfrm>
          <a:off x="0" y="3673107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77E144-50E3-4931-B060-C78DAD32DA2D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DCE8F0-D279-466B-992E-5B41F6629B12}">
      <dsp:nvSpPr>
        <dsp:cNvPr id="0" name=""/>
        <dsp:cNvSpPr/>
      </dsp:nvSpPr>
      <dsp:spPr>
        <a:xfrm>
          <a:off x="1129902" y="3673107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Strengthen IR playbooks for API‑based attacks</a:t>
          </a:r>
        </a:p>
      </dsp:txBody>
      <dsp:txXfrm>
        <a:off x="1129902" y="3673107"/>
        <a:ext cx="3596298" cy="978270"/>
      </dsp:txXfrm>
    </dsp:sp>
    <dsp:sp modelId="{47DDE87A-8344-431B-91D1-F4E2F26E64D3}">
      <dsp:nvSpPr>
        <dsp:cNvPr id="0" name=""/>
        <dsp:cNvSpPr/>
      </dsp:nvSpPr>
      <dsp:spPr>
        <a:xfrm>
          <a:off x="0" y="4895945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77DF26-71CB-4FDC-AFE5-8CE715A10EBF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AF69D4-82EB-43B6-A42A-C4581C3E5994}">
      <dsp:nvSpPr>
        <dsp:cNvPr id="0" name=""/>
        <dsp:cNvSpPr/>
      </dsp:nvSpPr>
      <dsp:spPr>
        <a:xfrm>
          <a:off x="1129902" y="4895945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Improve third‑party API risk governance</a:t>
          </a:r>
        </a:p>
      </dsp:txBody>
      <dsp:txXfrm>
        <a:off x="1129902" y="4895945"/>
        <a:ext cx="3596298" cy="978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Close-up of a screen with many dots&#10;&#10;AI-generated content may be incorrect.">
            <a:extLst>
              <a:ext uri="{FF2B5EF4-FFF2-40B4-BE49-F238E27FC236}">
                <a16:creationId xmlns:a16="http://schemas.microsoft.com/office/drawing/2014/main" id="{0A34AAEF-5711-F9F9-6196-C089B4FCDA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91" r="42474"/>
          <a:stretch>
            <a:fillRect/>
          </a:stretch>
        </p:blipFill>
        <p:spPr>
          <a:xfrm>
            <a:off x="2642616" y="10"/>
            <a:ext cx="6501384" cy="685799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8C7AA1-9E84-2C6E-1347-62A0D647D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05130"/>
            <a:ext cx="6254188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200000"/>
              </a:lnSpc>
            </a:pPr>
            <a:r>
              <a:rPr lang="en-US" sz="2600" b="1" dirty="0">
                <a:solidFill>
                  <a:schemeClr val="bg1"/>
                </a:solidFill>
              </a:rPr>
              <a:t>Twilio Inc. Breach </a:t>
            </a:r>
            <a:br>
              <a:rPr lang="en-US" sz="2600" dirty="0">
                <a:solidFill>
                  <a:schemeClr val="bg1"/>
                </a:solidFill>
              </a:rPr>
            </a:br>
            <a:r>
              <a:rPr lang="en-US" sz="2600" dirty="0">
                <a:solidFill>
                  <a:schemeClr val="bg1"/>
                </a:solidFill>
              </a:rPr>
              <a:t>Intrusion detection and Analysis Final Project</a:t>
            </a:r>
            <a:br>
              <a:rPr lang="en-US" sz="2600" dirty="0">
                <a:solidFill>
                  <a:schemeClr val="bg1"/>
                </a:solidFill>
              </a:rPr>
            </a:br>
            <a:r>
              <a:rPr lang="en-US" sz="2600" dirty="0">
                <a:solidFill>
                  <a:schemeClr val="bg1"/>
                </a:solidFill>
              </a:rPr>
              <a:t>prepared by: Haileab Tadele Bekele</a:t>
            </a:r>
            <a:br>
              <a:rPr lang="en-US" sz="2600" dirty="0">
                <a:solidFill>
                  <a:schemeClr val="bg1"/>
                </a:solidFill>
              </a:rPr>
            </a:br>
            <a:r>
              <a:rPr lang="en-US" sz="2600" dirty="0">
                <a:solidFill>
                  <a:schemeClr val="bg1"/>
                </a:solidFill>
              </a:rPr>
              <a:t>Id: 00649660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880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Twilio Authy API Breach Overview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61786C-CFD3-970C-A6FE-9A0C4CCE82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368914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Key Vulnerabilities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9ECF0F-9115-39F7-0142-2C9B258116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9456968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Attack Flow &amp; Impact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B8AD967-77EE-0DAC-EB76-8D0220F7A8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1284045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chemeClr val="bg1"/>
                </a:solidFill>
              </a:rPr>
              <a:t>Response &amp; Mitigation Summary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FE5532-C7E8-7A13-6D47-648741747D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9803987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2100">
                <a:solidFill>
                  <a:schemeClr val="bg1"/>
                </a:solidFill>
              </a:rPr>
              <a:t>Strategic Recommendations for CIO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F44564-0A24-C647-E564-B9B7BCB448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654494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200</Words>
  <Application>Microsoft Macintosh PowerPoint</Application>
  <PresentationFormat>On-screen Show (4:3)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Twilio Inc. Breach  Intrusion detection and Analysis Final Project prepared by: Haileab Tadele Bekele Id: 00649660</vt:lpstr>
      <vt:lpstr>Twilio Authy API Breach Overview</vt:lpstr>
      <vt:lpstr>Key Vulnerabilities</vt:lpstr>
      <vt:lpstr>Attack Flow &amp; Impact</vt:lpstr>
      <vt:lpstr>Response &amp; Mitigation Summary</vt:lpstr>
      <vt:lpstr>Strategic Recommendations for CIO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Haileab Bekele</cp:lastModifiedBy>
  <cp:revision>2</cp:revision>
  <dcterms:created xsi:type="dcterms:W3CDTF">2013-01-27T09:14:16Z</dcterms:created>
  <dcterms:modified xsi:type="dcterms:W3CDTF">2025-12-08T19:27:16Z</dcterms:modified>
  <cp:category/>
</cp:coreProperties>
</file>